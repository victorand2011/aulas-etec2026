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01_C198B2D3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35AF75-5B30-0CC6-FFEA-36A65AE0D2A0}" name="aluno" initials="a" userId="S-1-5-21-1603471927-3708427774-1613878326-110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modernComment_101_C198B2D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7EAC0E-05A6-4F56-A565-44C402ACE514}" authorId="{7835AF75-5B30-0CC6-FFEA-36A65AE0D2A0}" created="2026-09-02T20:38:23.00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8009939" sldId="257"/>
      <ac:graphicFrameMk id="7" creationId="{1598EE9C-A7F0-C38F-57C8-F0F70EC073DD}"/>
    </ac:deMkLst>
    <p188:txBody>
      <a:bodyPr/>
      <a:lstStyle/>
      <a:p>
        <a:r>
          <a:rPr lang="pt-BR"/>
          <a:t>Foi difícil fazer toda a estrutura e engenharia do site por conta da alta complexidade exigida em programas que se relacionam com finanças, além da complexidade de conseguir incluir todos os produtos novos no banco de dados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D7FFD0-8E92-4D48-BA03-F089EB34425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8DDB661-2833-4E5E-84A3-C6FB3EF29B3C}">
      <dgm:prSet/>
      <dgm:spPr/>
      <dgm:t>
        <a:bodyPr/>
        <a:lstStyle/>
        <a:p>
          <a:r>
            <a:rPr lang="pt-BR" dirty="0"/>
            <a:t>Pagina de pagamento</a:t>
          </a:r>
        </a:p>
      </dgm:t>
    </dgm:pt>
    <dgm:pt modelId="{AF44A0E6-013D-4259-8A5A-906D0D14257E}" type="parTrans" cxnId="{652279AF-3F82-4C31-A586-D80CDB992997}">
      <dgm:prSet/>
      <dgm:spPr/>
      <dgm:t>
        <a:bodyPr/>
        <a:lstStyle/>
        <a:p>
          <a:endParaRPr lang="pt-BR"/>
        </a:p>
      </dgm:t>
    </dgm:pt>
    <dgm:pt modelId="{DAA2103B-E78C-4368-BA21-F1A6E60A4454}" type="sibTrans" cxnId="{652279AF-3F82-4C31-A586-D80CDB992997}">
      <dgm:prSet/>
      <dgm:spPr/>
      <dgm:t>
        <a:bodyPr/>
        <a:lstStyle/>
        <a:p>
          <a:endParaRPr lang="pt-BR"/>
        </a:p>
      </dgm:t>
    </dgm:pt>
    <dgm:pt modelId="{40FB48A4-571E-49A4-9EC5-005D46653392}">
      <dgm:prSet/>
      <dgm:spPr/>
      <dgm:t>
        <a:bodyPr/>
        <a:lstStyle/>
        <a:p>
          <a:r>
            <a:rPr lang="pt-BR" dirty="0"/>
            <a:t>Pagina de login</a:t>
          </a:r>
        </a:p>
      </dgm:t>
    </dgm:pt>
    <dgm:pt modelId="{5BBB7C31-1A33-482F-88FB-9206D3AC57F5}" type="parTrans" cxnId="{3EF5C8FA-87A8-4C1D-8F0B-5FCF40987604}">
      <dgm:prSet/>
      <dgm:spPr/>
      <dgm:t>
        <a:bodyPr/>
        <a:lstStyle/>
        <a:p>
          <a:endParaRPr lang="pt-BR"/>
        </a:p>
      </dgm:t>
    </dgm:pt>
    <dgm:pt modelId="{FCCBE478-B094-40EF-A4AE-6F56E4176B24}" type="sibTrans" cxnId="{3EF5C8FA-87A8-4C1D-8F0B-5FCF40987604}">
      <dgm:prSet/>
      <dgm:spPr/>
      <dgm:t>
        <a:bodyPr/>
        <a:lstStyle/>
        <a:p>
          <a:endParaRPr lang="pt-BR"/>
        </a:p>
      </dgm:t>
    </dgm:pt>
    <dgm:pt modelId="{EE8460E9-975D-4C14-AF74-5B02AB5B43AA}">
      <dgm:prSet/>
      <dgm:spPr/>
      <dgm:t>
        <a:bodyPr/>
        <a:lstStyle/>
        <a:p>
          <a:r>
            <a:rPr lang="pt-BR" dirty="0"/>
            <a:t>Pagina inicial</a:t>
          </a:r>
        </a:p>
      </dgm:t>
    </dgm:pt>
    <dgm:pt modelId="{74D9506B-E85F-45C8-A812-7694FFAC0F0C}" type="parTrans" cxnId="{2D620D77-B093-42D2-BD6A-9CB2442BED89}">
      <dgm:prSet/>
      <dgm:spPr/>
      <dgm:t>
        <a:bodyPr/>
        <a:lstStyle/>
        <a:p>
          <a:endParaRPr lang="pt-BR"/>
        </a:p>
      </dgm:t>
    </dgm:pt>
    <dgm:pt modelId="{7D14F46E-83CB-40D2-90DC-7101EBFEED79}" type="sibTrans" cxnId="{2D620D77-B093-42D2-BD6A-9CB2442BED89}">
      <dgm:prSet/>
      <dgm:spPr/>
      <dgm:t>
        <a:bodyPr/>
        <a:lstStyle/>
        <a:p>
          <a:endParaRPr lang="pt-BR"/>
        </a:p>
      </dgm:t>
    </dgm:pt>
    <dgm:pt modelId="{46A74FE1-6F44-4AA1-B920-8041D192E5C9}">
      <dgm:prSet/>
      <dgm:spPr/>
      <dgm:t>
        <a:bodyPr/>
        <a:lstStyle/>
        <a:p>
          <a:r>
            <a:rPr lang="pt-BR" dirty="0"/>
            <a:t>Opções se produtos</a:t>
          </a:r>
        </a:p>
      </dgm:t>
    </dgm:pt>
    <dgm:pt modelId="{F3CE6FD4-944E-4DEC-9105-9F3E92EF3AAB}" type="parTrans" cxnId="{0E0B4D75-EE8C-4116-AF0D-CB8A81849E94}">
      <dgm:prSet/>
      <dgm:spPr/>
      <dgm:t>
        <a:bodyPr/>
        <a:lstStyle/>
        <a:p>
          <a:endParaRPr lang="pt-BR"/>
        </a:p>
      </dgm:t>
    </dgm:pt>
    <dgm:pt modelId="{D85DD9F8-4F9C-4412-ABBD-A0C4C843A7CF}" type="sibTrans" cxnId="{0E0B4D75-EE8C-4116-AF0D-CB8A81849E94}">
      <dgm:prSet/>
      <dgm:spPr/>
      <dgm:t>
        <a:bodyPr/>
        <a:lstStyle/>
        <a:p>
          <a:endParaRPr lang="pt-BR"/>
        </a:p>
      </dgm:t>
    </dgm:pt>
    <dgm:pt modelId="{15CC848A-2094-4711-A188-AA8E4B66D1AB}">
      <dgm:prSet/>
      <dgm:spPr/>
      <dgm:t>
        <a:bodyPr/>
        <a:lstStyle/>
        <a:p>
          <a:r>
            <a:rPr lang="pt-BR" dirty="0"/>
            <a:t>Pagina do produto</a:t>
          </a:r>
        </a:p>
      </dgm:t>
    </dgm:pt>
    <dgm:pt modelId="{6F74DAED-02BD-4370-B24A-359588E604B7}" type="parTrans" cxnId="{F360E178-9FA6-45B7-ADC0-C11EF890DC99}">
      <dgm:prSet/>
      <dgm:spPr/>
      <dgm:t>
        <a:bodyPr/>
        <a:lstStyle/>
        <a:p>
          <a:endParaRPr lang="pt-BR"/>
        </a:p>
      </dgm:t>
    </dgm:pt>
    <dgm:pt modelId="{AF6C126A-FDAD-4BD7-8C4F-337341E12533}" type="sibTrans" cxnId="{F360E178-9FA6-45B7-ADC0-C11EF890DC99}">
      <dgm:prSet/>
      <dgm:spPr/>
      <dgm:t>
        <a:bodyPr/>
        <a:lstStyle/>
        <a:p>
          <a:endParaRPr lang="pt-BR"/>
        </a:p>
      </dgm:t>
    </dgm:pt>
    <dgm:pt modelId="{91DB199C-7D20-44CE-AD24-B619A4414D54}" type="pres">
      <dgm:prSet presAssocID="{85D7FFD0-8E92-4D48-BA03-F089EB34425C}" presName="Name0" presStyleCnt="0">
        <dgm:presLayoutVars>
          <dgm:dir/>
          <dgm:resizeHandles val="exact"/>
        </dgm:presLayoutVars>
      </dgm:prSet>
      <dgm:spPr/>
    </dgm:pt>
    <dgm:pt modelId="{AFBA82F2-FAE1-4FA6-AF98-0C78F26E6029}" type="pres">
      <dgm:prSet presAssocID="{40FB48A4-571E-49A4-9EC5-005D46653392}" presName="node" presStyleLbl="node1" presStyleIdx="0" presStyleCnt="5">
        <dgm:presLayoutVars>
          <dgm:bulletEnabled val="1"/>
        </dgm:presLayoutVars>
      </dgm:prSet>
      <dgm:spPr/>
    </dgm:pt>
    <dgm:pt modelId="{D42B8AC3-D0E2-4A89-AF41-E176572E544D}" type="pres">
      <dgm:prSet presAssocID="{FCCBE478-B094-40EF-A4AE-6F56E4176B24}" presName="sibTrans" presStyleLbl="sibTrans2D1" presStyleIdx="0" presStyleCnt="4"/>
      <dgm:spPr/>
    </dgm:pt>
    <dgm:pt modelId="{F6FD8DC5-AF43-4DC2-ACF8-C28FC1AFA28C}" type="pres">
      <dgm:prSet presAssocID="{FCCBE478-B094-40EF-A4AE-6F56E4176B24}" presName="connectorText" presStyleLbl="sibTrans2D1" presStyleIdx="0" presStyleCnt="4"/>
      <dgm:spPr/>
    </dgm:pt>
    <dgm:pt modelId="{CD701659-6DF3-422C-892E-D3E99DC8891C}" type="pres">
      <dgm:prSet presAssocID="{EE8460E9-975D-4C14-AF74-5B02AB5B43AA}" presName="node" presStyleLbl="node1" presStyleIdx="1" presStyleCnt="5">
        <dgm:presLayoutVars>
          <dgm:bulletEnabled val="1"/>
        </dgm:presLayoutVars>
      </dgm:prSet>
      <dgm:spPr/>
    </dgm:pt>
    <dgm:pt modelId="{E6C326BF-A0AD-4EFC-B1C8-2E21FF8DCF68}" type="pres">
      <dgm:prSet presAssocID="{7D14F46E-83CB-40D2-90DC-7101EBFEED79}" presName="sibTrans" presStyleLbl="sibTrans2D1" presStyleIdx="1" presStyleCnt="4"/>
      <dgm:spPr/>
    </dgm:pt>
    <dgm:pt modelId="{971912ED-7EEF-4208-B36F-EA49390B5527}" type="pres">
      <dgm:prSet presAssocID="{7D14F46E-83CB-40D2-90DC-7101EBFEED79}" presName="connectorText" presStyleLbl="sibTrans2D1" presStyleIdx="1" presStyleCnt="4"/>
      <dgm:spPr/>
    </dgm:pt>
    <dgm:pt modelId="{FC23BA25-6016-4950-930E-7FACBDD85DD7}" type="pres">
      <dgm:prSet presAssocID="{46A74FE1-6F44-4AA1-B920-8041D192E5C9}" presName="node" presStyleLbl="node1" presStyleIdx="2" presStyleCnt="5">
        <dgm:presLayoutVars>
          <dgm:bulletEnabled val="1"/>
        </dgm:presLayoutVars>
      </dgm:prSet>
      <dgm:spPr/>
    </dgm:pt>
    <dgm:pt modelId="{4220BD3E-F630-43B5-95DF-35D0C4B9794C}" type="pres">
      <dgm:prSet presAssocID="{D85DD9F8-4F9C-4412-ABBD-A0C4C843A7CF}" presName="sibTrans" presStyleLbl="sibTrans2D1" presStyleIdx="2" presStyleCnt="4"/>
      <dgm:spPr/>
    </dgm:pt>
    <dgm:pt modelId="{1BAF283A-1C76-40B2-9459-5D3D5783F363}" type="pres">
      <dgm:prSet presAssocID="{D85DD9F8-4F9C-4412-ABBD-A0C4C843A7CF}" presName="connectorText" presStyleLbl="sibTrans2D1" presStyleIdx="2" presStyleCnt="4"/>
      <dgm:spPr/>
    </dgm:pt>
    <dgm:pt modelId="{28799FDB-D5D7-4129-A987-1B8AC2EEDCC7}" type="pres">
      <dgm:prSet presAssocID="{15CC848A-2094-4711-A188-AA8E4B66D1AB}" presName="node" presStyleLbl="node1" presStyleIdx="3" presStyleCnt="5">
        <dgm:presLayoutVars>
          <dgm:bulletEnabled val="1"/>
        </dgm:presLayoutVars>
      </dgm:prSet>
      <dgm:spPr/>
    </dgm:pt>
    <dgm:pt modelId="{AE68887A-E773-4CC3-85D2-52ED4B54AD3D}" type="pres">
      <dgm:prSet presAssocID="{AF6C126A-FDAD-4BD7-8C4F-337341E12533}" presName="sibTrans" presStyleLbl="sibTrans2D1" presStyleIdx="3" presStyleCnt="4"/>
      <dgm:spPr/>
    </dgm:pt>
    <dgm:pt modelId="{CAC963FF-7C96-4FAC-B89B-7AFFEBCB473D}" type="pres">
      <dgm:prSet presAssocID="{AF6C126A-FDAD-4BD7-8C4F-337341E12533}" presName="connectorText" presStyleLbl="sibTrans2D1" presStyleIdx="3" presStyleCnt="4"/>
      <dgm:spPr/>
    </dgm:pt>
    <dgm:pt modelId="{51F59E1C-2103-4620-AC6D-16DAE0FC636D}" type="pres">
      <dgm:prSet presAssocID="{F8DDB661-2833-4E5E-84A3-C6FB3EF29B3C}" presName="node" presStyleLbl="node1" presStyleIdx="4" presStyleCnt="5">
        <dgm:presLayoutVars>
          <dgm:bulletEnabled val="1"/>
        </dgm:presLayoutVars>
      </dgm:prSet>
      <dgm:spPr/>
    </dgm:pt>
  </dgm:ptLst>
  <dgm:cxnLst>
    <dgm:cxn modelId="{0C61790D-F268-4FB2-899A-5FE97096D428}" type="presOf" srcId="{46A74FE1-6F44-4AA1-B920-8041D192E5C9}" destId="{FC23BA25-6016-4950-930E-7FACBDD85DD7}" srcOrd="0" destOrd="0" presId="urn:microsoft.com/office/officeart/2005/8/layout/process1"/>
    <dgm:cxn modelId="{BB67260E-3170-4BF0-981B-AEAF366C8CF5}" type="presOf" srcId="{F8DDB661-2833-4E5E-84A3-C6FB3EF29B3C}" destId="{51F59E1C-2103-4620-AC6D-16DAE0FC636D}" srcOrd="0" destOrd="0" presId="urn:microsoft.com/office/officeart/2005/8/layout/process1"/>
    <dgm:cxn modelId="{73C99A1F-B726-4D06-8411-0A56786FCE5C}" type="presOf" srcId="{D85DD9F8-4F9C-4412-ABBD-A0C4C843A7CF}" destId="{1BAF283A-1C76-40B2-9459-5D3D5783F363}" srcOrd="1" destOrd="0" presId="urn:microsoft.com/office/officeart/2005/8/layout/process1"/>
    <dgm:cxn modelId="{F0714F37-E5D0-4888-B5CF-E48BC522A553}" type="presOf" srcId="{40FB48A4-571E-49A4-9EC5-005D46653392}" destId="{AFBA82F2-FAE1-4FA6-AF98-0C78F26E6029}" srcOrd="0" destOrd="0" presId="urn:microsoft.com/office/officeart/2005/8/layout/process1"/>
    <dgm:cxn modelId="{73F95D4B-F8FF-4762-A0BB-83F28A35D08A}" type="presOf" srcId="{EE8460E9-975D-4C14-AF74-5B02AB5B43AA}" destId="{CD701659-6DF3-422C-892E-D3E99DC8891C}" srcOrd="0" destOrd="0" presId="urn:microsoft.com/office/officeart/2005/8/layout/process1"/>
    <dgm:cxn modelId="{FAE3056D-2E41-42DF-82B5-D00AB1FC7E7E}" type="presOf" srcId="{FCCBE478-B094-40EF-A4AE-6F56E4176B24}" destId="{F6FD8DC5-AF43-4DC2-ACF8-C28FC1AFA28C}" srcOrd="1" destOrd="0" presId="urn:microsoft.com/office/officeart/2005/8/layout/process1"/>
    <dgm:cxn modelId="{AD536452-B193-4257-84CD-526FC2D2926D}" type="presOf" srcId="{AF6C126A-FDAD-4BD7-8C4F-337341E12533}" destId="{CAC963FF-7C96-4FAC-B89B-7AFFEBCB473D}" srcOrd="1" destOrd="0" presId="urn:microsoft.com/office/officeart/2005/8/layout/process1"/>
    <dgm:cxn modelId="{0E0B4D75-EE8C-4116-AF0D-CB8A81849E94}" srcId="{85D7FFD0-8E92-4D48-BA03-F089EB34425C}" destId="{46A74FE1-6F44-4AA1-B920-8041D192E5C9}" srcOrd="2" destOrd="0" parTransId="{F3CE6FD4-944E-4DEC-9105-9F3E92EF3AAB}" sibTransId="{D85DD9F8-4F9C-4412-ABBD-A0C4C843A7CF}"/>
    <dgm:cxn modelId="{2D620D77-B093-42D2-BD6A-9CB2442BED89}" srcId="{85D7FFD0-8E92-4D48-BA03-F089EB34425C}" destId="{EE8460E9-975D-4C14-AF74-5B02AB5B43AA}" srcOrd="1" destOrd="0" parTransId="{74D9506B-E85F-45C8-A812-7694FFAC0F0C}" sibTransId="{7D14F46E-83CB-40D2-90DC-7101EBFEED79}"/>
    <dgm:cxn modelId="{F360E178-9FA6-45B7-ADC0-C11EF890DC99}" srcId="{85D7FFD0-8E92-4D48-BA03-F089EB34425C}" destId="{15CC848A-2094-4711-A188-AA8E4B66D1AB}" srcOrd="3" destOrd="0" parTransId="{6F74DAED-02BD-4370-B24A-359588E604B7}" sibTransId="{AF6C126A-FDAD-4BD7-8C4F-337341E12533}"/>
    <dgm:cxn modelId="{E19C1797-DE07-41E5-919E-D0074A863A85}" type="presOf" srcId="{15CC848A-2094-4711-A188-AA8E4B66D1AB}" destId="{28799FDB-D5D7-4129-A987-1B8AC2EEDCC7}" srcOrd="0" destOrd="0" presId="urn:microsoft.com/office/officeart/2005/8/layout/process1"/>
    <dgm:cxn modelId="{0EC5DCAC-4227-4F9E-A799-3F38F9A2E6F2}" type="presOf" srcId="{FCCBE478-B094-40EF-A4AE-6F56E4176B24}" destId="{D42B8AC3-D0E2-4A89-AF41-E176572E544D}" srcOrd="0" destOrd="0" presId="urn:microsoft.com/office/officeart/2005/8/layout/process1"/>
    <dgm:cxn modelId="{60D6C1AD-E915-44C7-85F8-CD5C84573FDA}" type="presOf" srcId="{AF6C126A-FDAD-4BD7-8C4F-337341E12533}" destId="{AE68887A-E773-4CC3-85D2-52ED4B54AD3D}" srcOrd="0" destOrd="0" presId="urn:microsoft.com/office/officeart/2005/8/layout/process1"/>
    <dgm:cxn modelId="{652279AF-3F82-4C31-A586-D80CDB992997}" srcId="{85D7FFD0-8E92-4D48-BA03-F089EB34425C}" destId="{F8DDB661-2833-4E5E-84A3-C6FB3EF29B3C}" srcOrd="4" destOrd="0" parTransId="{AF44A0E6-013D-4259-8A5A-906D0D14257E}" sibTransId="{DAA2103B-E78C-4368-BA21-F1A6E60A4454}"/>
    <dgm:cxn modelId="{FA1DF9B8-5765-4FFF-85A7-B9DA080D18D7}" type="presOf" srcId="{7D14F46E-83CB-40D2-90DC-7101EBFEED79}" destId="{971912ED-7EEF-4208-B36F-EA49390B5527}" srcOrd="1" destOrd="0" presId="urn:microsoft.com/office/officeart/2005/8/layout/process1"/>
    <dgm:cxn modelId="{D9E315B9-2D74-4F94-9D5F-6717B078FB3F}" type="presOf" srcId="{7D14F46E-83CB-40D2-90DC-7101EBFEED79}" destId="{E6C326BF-A0AD-4EFC-B1C8-2E21FF8DCF68}" srcOrd="0" destOrd="0" presId="urn:microsoft.com/office/officeart/2005/8/layout/process1"/>
    <dgm:cxn modelId="{8A4582F5-30E3-490A-9A99-76D30C5D02CE}" type="presOf" srcId="{D85DD9F8-4F9C-4412-ABBD-A0C4C843A7CF}" destId="{4220BD3E-F630-43B5-95DF-35D0C4B9794C}" srcOrd="0" destOrd="0" presId="urn:microsoft.com/office/officeart/2005/8/layout/process1"/>
    <dgm:cxn modelId="{7373BEFA-5E59-492B-A052-8D63BADC7339}" type="presOf" srcId="{85D7FFD0-8E92-4D48-BA03-F089EB34425C}" destId="{91DB199C-7D20-44CE-AD24-B619A4414D54}" srcOrd="0" destOrd="0" presId="urn:microsoft.com/office/officeart/2005/8/layout/process1"/>
    <dgm:cxn modelId="{3EF5C8FA-87A8-4C1D-8F0B-5FCF40987604}" srcId="{85D7FFD0-8E92-4D48-BA03-F089EB34425C}" destId="{40FB48A4-571E-49A4-9EC5-005D46653392}" srcOrd="0" destOrd="0" parTransId="{5BBB7C31-1A33-482F-88FB-9206D3AC57F5}" sibTransId="{FCCBE478-B094-40EF-A4AE-6F56E4176B24}"/>
    <dgm:cxn modelId="{780D32C7-D278-4985-BFD1-6D42FA619BC0}" type="presParOf" srcId="{91DB199C-7D20-44CE-AD24-B619A4414D54}" destId="{AFBA82F2-FAE1-4FA6-AF98-0C78F26E6029}" srcOrd="0" destOrd="0" presId="urn:microsoft.com/office/officeart/2005/8/layout/process1"/>
    <dgm:cxn modelId="{5AE861B7-85B0-4675-AC88-E3E4570DE63B}" type="presParOf" srcId="{91DB199C-7D20-44CE-AD24-B619A4414D54}" destId="{D42B8AC3-D0E2-4A89-AF41-E176572E544D}" srcOrd="1" destOrd="0" presId="urn:microsoft.com/office/officeart/2005/8/layout/process1"/>
    <dgm:cxn modelId="{78FE35A4-E786-40CD-891C-EF7BE1B07BE6}" type="presParOf" srcId="{D42B8AC3-D0E2-4A89-AF41-E176572E544D}" destId="{F6FD8DC5-AF43-4DC2-ACF8-C28FC1AFA28C}" srcOrd="0" destOrd="0" presId="urn:microsoft.com/office/officeart/2005/8/layout/process1"/>
    <dgm:cxn modelId="{EC3ECC4C-7F21-4991-9F6B-74054798D3C4}" type="presParOf" srcId="{91DB199C-7D20-44CE-AD24-B619A4414D54}" destId="{CD701659-6DF3-422C-892E-D3E99DC8891C}" srcOrd="2" destOrd="0" presId="urn:microsoft.com/office/officeart/2005/8/layout/process1"/>
    <dgm:cxn modelId="{6E6A2B75-A55C-49F9-83E4-5AA24B571FEF}" type="presParOf" srcId="{91DB199C-7D20-44CE-AD24-B619A4414D54}" destId="{E6C326BF-A0AD-4EFC-B1C8-2E21FF8DCF68}" srcOrd="3" destOrd="0" presId="urn:microsoft.com/office/officeart/2005/8/layout/process1"/>
    <dgm:cxn modelId="{CB9BDA7D-9DB6-40D2-B470-E36DB140E51E}" type="presParOf" srcId="{E6C326BF-A0AD-4EFC-B1C8-2E21FF8DCF68}" destId="{971912ED-7EEF-4208-B36F-EA49390B5527}" srcOrd="0" destOrd="0" presId="urn:microsoft.com/office/officeart/2005/8/layout/process1"/>
    <dgm:cxn modelId="{45506F8B-B0C0-44C5-9A7C-9AD0972FFD88}" type="presParOf" srcId="{91DB199C-7D20-44CE-AD24-B619A4414D54}" destId="{FC23BA25-6016-4950-930E-7FACBDD85DD7}" srcOrd="4" destOrd="0" presId="urn:microsoft.com/office/officeart/2005/8/layout/process1"/>
    <dgm:cxn modelId="{AD22F31A-4837-454A-951C-F529C4169EBF}" type="presParOf" srcId="{91DB199C-7D20-44CE-AD24-B619A4414D54}" destId="{4220BD3E-F630-43B5-95DF-35D0C4B9794C}" srcOrd="5" destOrd="0" presId="urn:microsoft.com/office/officeart/2005/8/layout/process1"/>
    <dgm:cxn modelId="{0A316556-C718-4541-B54D-687F323AB66E}" type="presParOf" srcId="{4220BD3E-F630-43B5-95DF-35D0C4B9794C}" destId="{1BAF283A-1C76-40B2-9459-5D3D5783F363}" srcOrd="0" destOrd="0" presId="urn:microsoft.com/office/officeart/2005/8/layout/process1"/>
    <dgm:cxn modelId="{06C73387-F45B-4671-A8B4-3E5EAA3D1B1C}" type="presParOf" srcId="{91DB199C-7D20-44CE-AD24-B619A4414D54}" destId="{28799FDB-D5D7-4129-A987-1B8AC2EEDCC7}" srcOrd="6" destOrd="0" presId="urn:microsoft.com/office/officeart/2005/8/layout/process1"/>
    <dgm:cxn modelId="{8B90A36D-05AD-42FF-B285-8D6FC7C07291}" type="presParOf" srcId="{91DB199C-7D20-44CE-AD24-B619A4414D54}" destId="{AE68887A-E773-4CC3-85D2-52ED4B54AD3D}" srcOrd="7" destOrd="0" presId="urn:microsoft.com/office/officeart/2005/8/layout/process1"/>
    <dgm:cxn modelId="{C5AB6ADA-F730-41BB-9476-AE597DBF306F}" type="presParOf" srcId="{AE68887A-E773-4CC3-85D2-52ED4B54AD3D}" destId="{CAC963FF-7C96-4FAC-B89B-7AFFEBCB473D}" srcOrd="0" destOrd="0" presId="urn:microsoft.com/office/officeart/2005/8/layout/process1"/>
    <dgm:cxn modelId="{4EA80764-36A0-4A71-8871-DC49A6891F5F}" type="presParOf" srcId="{91DB199C-7D20-44CE-AD24-B619A4414D54}" destId="{51F59E1C-2103-4620-AC6D-16DAE0FC636D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BA82F2-FAE1-4FA6-AF98-0C78F26E6029}">
      <dsp:nvSpPr>
        <dsp:cNvPr id="0" name=""/>
        <dsp:cNvSpPr/>
      </dsp:nvSpPr>
      <dsp:spPr>
        <a:xfrm>
          <a:off x="5230" y="570256"/>
          <a:ext cx="1621596" cy="972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Pagina de login</a:t>
          </a:r>
        </a:p>
      </dsp:txBody>
      <dsp:txXfrm>
        <a:off x="33727" y="598753"/>
        <a:ext cx="1564602" cy="915964"/>
      </dsp:txXfrm>
    </dsp:sp>
    <dsp:sp modelId="{D42B8AC3-D0E2-4A89-AF41-E176572E544D}">
      <dsp:nvSpPr>
        <dsp:cNvPr id="0" name=""/>
        <dsp:cNvSpPr/>
      </dsp:nvSpPr>
      <dsp:spPr>
        <a:xfrm>
          <a:off x="1788987" y="855657"/>
          <a:ext cx="343778" cy="402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/>
        </a:p>
      </dsp:txBody>
      <dsp:txXfrm>
        <a:off x="1788987" y="936088"/>
        <a:ext cx="240645" cy="241294"/>
      </dsp:txXfrm>
    </dsp:sp>
    <dsp:sp modelId="{CD701659-6DF3-422C-892E-D3E99DC8891C}">
      <dsp:nvSpPr>
        <dsp:cNvPr id="0" name=""/>
        <dsp:cNvSpPr/>
      </dsp:nvSpPr>
      <dsp:spPr>
        <a:xfrm>
          <a:off x="2275466" y="570256"/>
          <a:ext cx="1621596" cy="972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Pagina inicial</a:t>
          </a:r>
        </a:p>
      </dsp:txBody>
      <dsp:txXfrm>
        <a:off x="2303963" y="598753"/>
        <a:ext cx="1564602" cy="915964"/>
      </dsp:txXfrm>
    </dsp:sp>
    <dsp:sp modelId="{E6C326BF-A0AD-4EFC-B1C8-2E21FF8DCF68}">
      <dsp:nvSpPr>
        <dsp:cNvPr id="0" name=""/>
        <dsp:cNvSpPr/>
      </dsp:nvSpPr>
      <dsp:spPr>
        <a:xfrm>
          <a:off x="4059223" y="855657"/>
          <a:ext cx="343778" cy="402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/>
        </a:p>
      </dsp:txBody>
      <dsp:txXfrm>
        <a:off x="4059223" y="936088"/>
        <a:ext cx="240645" cy="241294"/>
      </dsp:txXfrm>
    </dsp:sp>
    <dsp:sp modelId="{FC23BA25-6016-4950-930E-7FACBDD85DD7}">
      <dsp:nvSpPr>
        <dsp:cNvPr id="0" name=""/>
        <dsp:cNvSpPr/>
      </dsp:nvSpPr>
      <dsp:spPr>
        <a:xfrm>
          <a:off x="4545702" y="570256"/>
          <a:ext cx="1621596" cy="972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Opções se produtos</a:t>
          </a:r>
        </a:p>
      </dsp:txBody>
      <dsp:txXfrm>
        <a:off x="4574199" y="598753"/>
        <a:ext cx="1564602" cy="915964"/>
      </dsp:txXfrm>
    </dsp:sp>
    <dsp:sp modelId="{4220BD3E-F630-43B5-95DF-35D0C4B9794C}">
      <dsp:nvSpPr>
        <dsp:cNvPr id="0" name=""/>
        <dsp:cNvSpPr/>
      </dsp:nvSpPr>
      <dsp:spPr>
        <a:xfrm>
          <a:off x="6329459" y="855657"/>
          <a:ext cx="343778" cy="402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/>
        </a:p>
      </dsp:txBody>
      <dsp:txXfrm>
        <a:off x="6329459" y="936088"/>
        <a:ext cx="240645" cy="241294"/>
      </dsp:txXfrm>
    </dsp:sp>
    <dsp:sp modelId="{28799FDB-D5D7-4129-A987-1B8AC2EEDCC7}">
      <dsp:nvSpPr>
        <dsp:cNvPr id="0" name=""/>
        <dsp:cNvSpPr/>
      </dsp:nvSpPr>
      <dsp:spPr>
        <a:xfrm>
          <a:off x="6815938" y="570256"/>
          <a:ext cx="1621596" cy="972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Pagina do produto</a:t>
          </a:r>
        </a:p>
      </dsp:txBody>
      <dsp:txXfrm>
        <a:off x="6844435" y="598753"/>
        <a:ext cx="1564602" cy="915964"/>
      </dsp:txXfrm>
    </dsp:sp>
    <dsp:sp modelId="{AE68887A-E773-4CC3-85D2-52ED4B54AD3D}">
      <dsp:nvSpPr>
        <dsp:cNvPr id="0" name=""/>
        <dsp:cNvSpPr/>
      </dsp:nvSpPr>
      <dsp:spPr>
        <a:xfrm>
          <a:off x="8599694" y="855657"/>
          <a:ext cx="343778" cy="4021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/>
        </a:p>
      </dsp:txBody>
      <dsp:txXfrm>
        <a:off x="8599694" y="936088"/>
        <a:ext cx="240645" cy="241294"/>
      </dsp:txXfrm>
    </dsp:sp>
    <dsp:sp modelId="{51F59E1C-2103-4620-AC6D-16DAE0FC636D}">
      <dsp:nvSpPr>
        <dsp:cNvPr id="0" name=""/>
        <dsp:cNvSpPr/>
      </dsp:nvSpPr>
      <dsp:spPr>
        <a:xfrm>
          <a:off x="9086174" y="570256"/>
          <a:ext cx="1621596" cy="972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Pagina de pagamento</a:t>
          </a:r>
        </a:p>
      </dsp:txBody>
      <dsp:txXfrm>
        <a:off x="9114671" y="598753"/>
        <a:ext cx="1564602" cy="9159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D6732CE-C171-F914-DEFD-F31FDEF1BA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9A1340F-A29B-EB33-8561-64750007B2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5780D-77F5-4B8F-B1E7-76741C938EDD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D8A1DD-CBA5-0F97-487B-157F201B54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D0B0639-7450-AE4F-7518-95B776E580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9F8173-F179-4031-AB1E-E12E6445E9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58452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E36CF-66D6-4769-97FE-D341E5264FD9}" type="datetimeFigureOut">
              <a:rPr lang="pt-BR" smtClean="0"/>
              <a:t>02/09/2026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3F24B-F856-49C6-B527-D2101F729F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758672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103B45E-AF0B-4CE9-A570-73EFE4B4BF02}" type="datetime1">
              <a:rPr lang="pt-BR" smtClean="0"/>
              <a:t>02/09/2026</a:t>
            </a:fld>
            <a:endParaRPr lang="pt-BR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/>
              <a:t>Aula de Projetos de Sistemas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D3EEB1B-8AE9-4B44-81B0-3F1CA5E0B7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6875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8BAB6-69A0-4F47-BB0F-99ECD6A00D3A}" type="datetime1">
              <a:rPr lang="pt-BR" smtClean="0"/>
              <a:t>02/09/2026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de Projetos de Sistemas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EB1B-8AE9-4B44-81B0-3F1CA5E0B7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9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E4085E1-BBF1-4CAA-BB3D-3EA95E0CD83D}" type="datetime1">
              <a:rPr lang="pt-BR" smtClean="0"/>
              <a:t>02/09/2026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r>
              <a:rPr lang="pt-BR"/>
              <a:t>Aula de Projetos de Sistemas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D3EEB1B-8AE9-4B44-81B0-3F1CA5E0B7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446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E244-F9E7-4188-BAE6-BE834EA81B60}" type="datetime1">
              <a:rPr lang="pt-BR" smtClean="0"/>
              <a:t>02/09/2026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de Projetos de Sistemas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EB1B-8AE9-4B44-81B0-3F1CA5E0B7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3609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3867E-1B9A-421D-939C-2601D2D519A9}" type="datetime1">
              <a:rPr lang="pt-BR" smtClean="0"/>
              <a:t>02/09/2026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de Projetos de Sistemas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EB1B-8AE9-4B44-81B0-3F1CA5E0B7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10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5CAA-72D7-4E9E-9911-66967853CA52}" type="datetime1">
              <a:rPr lang="pt-BR" smtClean="0"/>
              <a:t>02/09/2026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de Projetos de Sistemas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EB1B-8AE9-4B44-81B0-3F1CA5E0B7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76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140E1-A73A-434B-9A01-2464348F659B}" type="datetime1">
              <a:rPr lang="pt-BR" smtClean="0"/>
              <a:t>02/09/2026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de Projetos de Sistemas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EB1B-8AE9-4B44-81B0-3F1CA5E0B7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4100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80A1E-8867-44ED-841A-15B70F09130E}" type="datetime1">
              <a:rPr lang="pt-BR" smtClean="0"/>
              <a:t>02/09/2026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t-BR"/>
              <a:t>Aula de Projetos de Sistemas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D3EEB1B-8AE9-4B44-81B0-3F1CA5E0B7AB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2161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7497BD04-6DDD-41EB-BDB9-53CDC861903F}" type="datetime1">
              <a:rPr lang="pt-BR" smtClean="0"/>
              <a:t>02/09/2026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pt-BR"/>
              <a:t>Aula de Projetos de Sistemas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D3EEB1B-8AE9-4B44-81B0-3F1CA5E0B7AB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5596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9CB81-A9AE-4420-8F06-939EBB4604C7}" type="datetime1">
              <a:rPr lang="pt-BR" smtClean="0"/>
              <a:t>02/09/2026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de Projetos de Sistemas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EB1B-8AE9-4B44-81B0-3F1CA5E0B7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84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3D358-6264-4263-AEF4-ED5BB4057AEF}" type="datetime1">
              <a:rPr lang="pt-BR" smtClean="0"/>
              <a:t>02/09/2026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de Projetos de Sistemas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EB1B-8AE9-4B44-81B0-3F1CA5E0B7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015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00329D-2E9A-45C7-81A9-9B00A4156501}" type="datetime1">
              <a:rPr lang="pt-BR" smtClean="0"/>
              <a:t>02/09/2026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/>
              <a:t>Aula de Projetos de Sistemas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D3EEB1B-8AE9-4B44-81B0-3F1CA5E0B7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5383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C198B2D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tm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AC42487C-6A48-86F7-5390-F7725A4E7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0C009-2CAF-4159-8269-6EEA60EFD529}" type="datetime1">
              <a:rPr lang="pt-BR" smtClean="0"/>
              <a:t>02/09/2026</a:t>
            </a:fld>
            <a:endParaRPr 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787F6086-DF0F-F794-81B4-024F7B9EA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Aula de Projetos de Sistemas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4D2A082B-7BD3-18D1-1398-918C95364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EB1B-8AE9-4B44-81B0-3F1CA5E0B7AB}" type="slidenum">
              <a:rPr lang="pt-BR" smtClean="0"/>
              <a:t>1</a:t>
            </a:fld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2CF2869-BE10-11E2-BA44-956608559CBC}"/>
              </a:ext>
            </a:extLst>
          </p:cNvPr>
          <p:cNvSpPr/>
          <p:nvPr/>
        </p:nvSpPr>
        <p:spPr>
          <a:xfrm>
            <a:off x="2291817" y="2616434"/>
            <a:ext cx="7608366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App de Compras Online</a:t>
            </a:r>
            <a:endParaRPr lang="pt-BR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2" name="Botão de Ação: Avançar ou Próximo 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BE14A8D-C9AC-E442-E54A-E9F2A3020644}"/>
              </a:ext>
            </a:extLst>
          </p:cNvPr>
          <p:cNvSpPr/>
          <p:nvPr/>
        </p:nvSpPr>
        <p:spPr>
          <a:xfrm>
            <a:off x="5574792" y="4012402"/>
            <a:ext cx="1042416" cy="1042416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8405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02550D-F1F3-98EA-BD40-2C83811BF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A9307-7271-43DC-856E-4AF04F769DBC}" type="datetime1">
              <a:rPr lang="pt-BR" smtClean="0"/>
              <a:t>02/09/2026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3B120F-4DEF-33A2-DE2E-A0AB6F1E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de Projetos de Sistemas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35C58A-78D1-2882-C9F7-9F2DF6A25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EB1B-8AE9-4B44-81B0-3F1CA5E0B7AB}" type="slidenum">
              <a:rPr lang="pt-BR" smtClean="0"/>
              <a:t>2</a:t>
            </a:fld>
            <a:endParaRPr lang="pt-BR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598EE9C-A7F0-C38F-57C8-F0F70EC07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361432"/>
              </p:ext>
            </p:extLst>
          </p:nvPr>
        </p:nvGraphicFramePr>
        <p:xfrm>
          <a:off x="360584" y="592384"/>
          <a:ext cx="9663310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839">
                  <a:extLst>
                    <a:ext uri="{9D8B030D-6E8A-4147-A177-3AD203B41FA5}">
                      <a16:colId xmlns:a16="http://schemas.microsoft.com/office/drawing/2014/main" val="2490019036"/>
                    </a:ext>
                  </a:extLst>
                </a:gridCol>
                <a:gridCol w="1716656">
                  <a:extLst>
                    <a:ext uri="{9D8B030D-6E8A-4147-A177-3AD203B41FA5}">
                      <a16:colId xmlns:a16="http://schemas.microsoft.com/office/drawing/2014/main" val="640858196"/>
                    </a:ext>
                  </a:extLst>
                </a:gridCol>
                <a:gridCol w="2757290">
                  <a:extLst>
                    <a:ext uri="{9D8B030D-6E8A-4147-A177-3AD203B41FA5}">
                      <a16:colId xmlns:a16="http://schemas.microsoft.com/office/drawing/2014/main" val="3869660744"/>
                    </a:ext>
                  </a:extLst>
                </a:gridCol>
                <a:gridCol w="2254657">
                  <a:extLst>
                    <a:ext uri="{9D8B030D-6E8A-4147-A177-3AD203B41FA5}">
                      <a16:colId xmlns:a16="http://schemas.microsoft.com/office/drawing/2014/main" val="1667447989"/>
                    </a:ext>
                  </a:extLst>
                </a:gridCol>
                <a:gridCol w="2242868">
                  <a:extLst>
                    <a:ext uri="{9D8B030D-6E8A-4147-A177-3AD203B41FA5}">
                      <a16:colId xmlns:a16="http://schemas.microsoft.com/office/drawing/2014/main" val="24068364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effectLst/>
                          <a:latin typeface="Google Sans Text"/>
                        </a:rPr>
                        <a:t>Verbo HTTP</a:t>
                      </a:r>
                      <a:endParaRPr lang="pt-BR" sz="12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effectLst/>
                          <a:latin typeface="Google Sans Text"/>
                        </a:rPr>
                        <a:t>Rota (</a:t>
                      </a:r>
                      <a:r>
                        <a:rPr lang="pt-BR" sz="1200" b="1" dirty="0" err="1">
                          <a:effectLst/>
                          <a:latin typeface="Google Sans Text"/>
                        </a:rPr>
                        <a:t>Endpoint</a:t>
                      </a:r>
                      <a:r>
                        <a:rPr lang="pt-BR" sz="1200" b="1" dirty="0">
                          <a:effectLst/>
                          <a:latin typeface="Google Sans Text"/>
                        </a:rPr>
                        <a:t>)</a:t>
                      </a:r>
                      <a:endParaRPr lang="pt-BR" sz="12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effectLst/>
                          <a:latin typeface="Google Sans Text"/>
                        </a:rPr>
                        <a:t>Descrição da Funcionalidade</a:t>
                      </a:r>
                      <a:endParaRPr lang="pt-BR" sz="12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effectLst/>
                          <a:latin typeface="Google Sans Text"/>
                        </a:rPr>
                        <a:t>Parâmetros / Corpo (</a:t>
                      </a:r>
                      <a:r>
                        <a:rPr lang="pt-BR" sz="1200" b="1" dirty="0" err="1">
                          <a:effectLst/>
                          <a:latin typeface="Google Sans Text"/>
                        </a:rPr>
                        <a:t>Payload</a:t>
                      </a:r>
                      <a:r>
                        <a:rPr lang="pt-BR" sz="1200" b="1" dirty="0">
                          <a:effectLst/>
                          <a:latin typeface="Google Sans Text"/>
                        </a:rPr>
                        <a:t>)</a:t>
                      </a:r>
                      <a:endParaRPr lang="pt-BR" sz="12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effectLst/>
                          <a:latin typeface="Google Sans Text"/>
                        </a:rPr>
                        <a:t>Resposta de Sucesso</a:t>
                      </a:r>
                      <a:endParaRPr lang="pt-BR" sz="12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995352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effectLst/>
                          <a:latin typeface="Google Sans Text"/>
                        </a:rPr>
                        <a:t>POST</a:t>
                      </a:r>
                      <a:endParaRPr lang="pt-BR" sz="12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/api/v1/</a:t>
                      </a:r>
                      <a:r>
                        <a:rPr lang="pt-BR" sz="1200" dirty="0" err="1">
                          <a:effectLst/>
                          <a:latin typeface="Google Sans Text"/>
                        </a:rPr>
                        <a:t>auth</a:t>
                      </a:r>
                      <a:r>
                        <a:rPr lang="pt-BR" sz="1200" dirty="0">
                          <a:effectLst/>
                          <a:latin typeface="Google Sans Text"/>
                        </a:rPr>
                        <a:t>/</a:t>
                      </a:r>
                      <a:r>
                        <a:rPr lang="pt-BR" sz="1200" dirty="0" err="1">
                          <a:effectLst/>
                          <a:latin typeface="Google Sans Text"/>
                        </a:rPr>
                        <a:t>register</a:t>
                      </a:r>
                      <a:endParaRPr lang="pt-BR" sz="12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Cadastra um novo usuário no aplicativo.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name, email, password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201 Created + Token JWT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458314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effectLst/>
                          <a:latin typeface="Google Sans Text"/>
                        </a:rPr>
                        <a:t>POST</a:t>
                      </a:r>
                      <a:endParaRPr lang="pt-BR" sz="12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/api/v1/auth/login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Autentica um usuário existente.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>
                          <a:effectLst/>
                          <a:latin typeface="Google Sans Text"/>
                        </a:rPr>
                        <a:t>email</a:t>
                      </a:r>
                      <a:r>
                        <a:rPr lang="pt-BR" sz="1200" dirty="0">
                          <a:effectLst/>
                          <a:latin typeface="Google Sans Text"/>
                        </a:rPr>
                        <a:t>, </a:t>
                      </a:r>
                      <a:r>
                        <a:rPr lang="pt-BR" sz="1200" dirty="0" err="1">
                          <a:effectLst/>
                          <a:latin typeface="Google Sans Text"/>
                        </a:rPr>
                        <a:t>password</a:t>
                      </a:r>
                      <a:endParaRPr lang="pt-BR" sz="12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200 OK + Token JWT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884695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effectLst/>
                          <a:latin typeface="Google Sans Text"/>
                        </a:rPr>
                        <a:t>GET</a:t>
                      </a:r>
                      <a:endParaRPr lang="pt-BR" sz="12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/api/v1/products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Lista todos os produtos com filtros e paginação.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category, search, page, limit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200 OK + Lista de produtos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2824315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effectLst/>
                          <a:latin typeface="Google Sans Text"/>
                        </a:rPr>
                        <a:t>GET</a:t>
                      </a:r>
                      <a:endParaRPr lang="pt-BR" sz="12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/api/v1/products/{id}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Exibe os detalhes de um produto específico.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id (na URL)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200 OK + Dados do produto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902264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effectLst/>
                          <a:latin typeface="Google Sans Text"/>
                        </a:rPr>
                        <a:t>GET</a:t>
                      </a:r>
                      <a:endParaRPr lang="pt-BR" sz="12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/api/v1/</a:t>
                      </a:r>
                      <a:r>
                        <a:rPr lang="pt-BR" sz="1200" dirty="0" err="1">
                          <a:effectLst/>
                          <a:latin typeface="Google Sans Text"/>
                        </a:rPr>
                        <a:t>cart</a:t>
                      </a:r>
                      <a:endParaRPr lang="pt-BR" sz="12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Retorna os itens do carrinho do usuário autenticado.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Header: </a:t>
                      </a:r>
                      <a:r>
                        <a:rPr lang="pt-BR" sz="1200" dirty="0" err="1">
                          <a:effectLst/>
                          <a:latin typeface="Google Sans Text"/>
                        </a:rPr>
                        <a:t>Authorization</a:t>
                      </a:r>
                      <a:r>
                        <a:rPr lang="pt-BR" sz="1200" dirty="0">
                          <a:effectLst/>
                          <a:latin typeface="Google Sans Text"/>
                        </a:rPr>
                        <a:t>: </a:t>
                      </a:r>
                      <a:r>
                        <a:rPr lang="pt-BR" sz="1200" dirty="0" err="1">
                          <a:effectLst/>
                          <a:latin typeface="Google Sans Text"/>
                        </a:rPr>
                        <a:t>Bearer</a:t>
                      </a:r>
                      <a:r>
                        <a:rPr lang="pt-BR" sz="1200" dirty="0">
                          <a:effectLst/>
                          <a:latin typeface="Google Sans Text"/>
                        </a:rPr>
                        <a:t> &lt;token&gt;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200 OK + Itens e valor total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940459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effectLst/>
                          <a:latin typeface="Google Sans Text"/>
                        </a:rPr>
                        <a:t>POST</a:t>
                      </a:r>
                      <a:endParaRPr lang="pt-BR" sz="12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/api/v1/cart/items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Adiciona um produto ao carrinho de compras.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>
                          <a:effectLst/>
                          <a:latin typeface="Google Sans Text"/>
                        </a:rPr>
                        <a:t>product_id</a:t>
                      </a:r>
                      <a:r>
                        <a:rPr lang="pt-BR" sz="1200" dirty="0">
                          <a:effectLst/>
                          <a:latin typeface="Google Sans Text"/>
                        </a:rPr>
                        <a:t>, </a:t>
                      </a:r>
                      <a:r>
                        <a:rPr lang="pt-BR" sz="1200" dirty="0" err="1">
                          <a:effectLst/>
                          <a:latin typeface="Google Sans Text"/>
                        </a:rPr>
                        <a:t>quantity</a:t>
                      </a:r>
                      <a:endParaRPr lang="pt-BR" sz="12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201 </a:t>
                      </a:r>
                      <a:r>
                        <a:rPr lang="pt-BR" sz="1200" dirty="0" err="1">
                          <a:effectLst/>
                          <a:latin typeface="Google Sans Text"/>
                        </a:rPr>
                        <a:t>Created</a:t>
                      </a:r>
                      <a:r>
                        <a:rPr lang="pt-BR" sz="1200" dirty="0">
                          <a:effectLst/>
                          <a:latin typeface="Google Sans Text"/>
                        </a:rPr>
                        <a:t> + Carrinho atualizado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9280472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effectLst/>
                          <a:latin typeface="Google Sans Text"/>
                        </a:rPr>
                        <a:t>DELETE</a:t>
                      </a:r>
                      <a:endParaRPr lang="pt-BR" sz="12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Google Sans Text"/>
                        </a:rPr>
                        <a:t>/api/v1/cart/items/{id}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Remove um item específico do carrinho.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id (ID do item no carrinho)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200 OK ou 204 No </a:t>
                      </a:r>
                      <a:r>
                        <a:rPr lang="pt-BR" sz="1200" dirty="0" err="1">
                          <a:effectLst/>
                          <a:latin typeface="Google Sans Text"/>
                        </a:rPr>
                        <a:t>Content</a:t>
                      </a:r>
                      <a:endParaRPr lang="pt-BR" sz="12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741679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effectLst/>
                          <a:latin typeface="Google Sans Text"/>
                        </a:rPr>
                        <a:t>POST</a:t>
                      </a:r>
                      <a:endParaRPr lang="pt-BR" sz="12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/api/v1/</a:t>
                      </a:r>
                      <a:r>
                        <a:rPr lang="pt-BR" sz="1200" dirty="0" err="1">
                          <a:effectLst/>
                          <a:latin typeface="Google Sans Text"/>
                        </a:rPr>
                        <a:t>orders</a:t>
                      </a:r>
                      <a:endParaRPr lang="pt-BR" sz="12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Finaliza a compra e cria um novo pedido.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Google Sans Text"/>
                        </a:rPr>
                        <a:t>shipping_address_id, payment_method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201 Created + Dados do pedido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7324056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effectLst/>
                          <a:latin typeface="Google Sans Text"/>
                        </a:rPr>
                        <a:t>GET</a:t>
                      </a:r>
                      <a:endParaRPr lang="pt-BR" sz="12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/api/v1/</a:t>
                      </a:r>
                      <a:r>
                        <a:rPr lang="pt-BR" sz="1200" dirty="0" err="1">
                          <a:effectLst/>
                          <a:latin typeface="Google Sans Text"/>
                        </a:rPr>
                        <a:t>orders</a:t>
                      </a:r>
                      <a:endParaRPr lang="pt-BR" sz="12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Lista o histórico de pedidos do usuário.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Header: </a:t>
                      </a:r>
                      <a:r>
                        <a:rPr lang="pt-BR" sz="1200" dirty="0" err="1">
                          <a:effectLst/>
                          <a:latin typeface="Google Sans Text"/>
                        </a:rPr>
                        <a:t>Authorization</a:t>
                      </a:r>
                      <a:r>
                        <a:rPr lang="pt-BR" sz="1200" dirty="0">
                          <a:effectLst/>
                          <a:latin typeface="Google Sans Text"/>
                        </a:rPr>
                        <a:t>: </a:t>
                      </a:r>
                      <a:r>
                        <a:rPr lang="pt-BR" sz="1200" dirty="0" err="1">
                          <a:effectLst/>
                          <a:latin typeface="Google Sans Text"/>
                        </a:rPr>
                        <a:t>Bearer</a:t>
                      </a:r>
                      <a:r>
                        <a:rPr lang="pt-BR" sz="1200" dirty="0">
                          <a:effectLst/>
                          <a:latin typeface="Google Sans Text"/>
                        </a:rPr>
                        <a:t> &lt;token&gt;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200 OK + Lista de pedidos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945885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effectLst/>
                          <a:latin typeface="Google Sans Text"/>
                        </a:rPr>
                        <a:t>GET</a:t>
                      </a:r>
                      <a:endParaRPr lang="pt-BR" sz="12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/api/v1/orders/{id}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effectLst/>
                          <a:latin typeface="Google Sans Text"/>
                        </a:rPr>
                        <a:t>Consulta o status detalhado de um pedido.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id (na URL)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effectLst/>
                          <a:latin typeface="Google Sans Text"/>
                        </a:rPr>
                        <a:t>200 OK + Status e rastreio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333138819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33E0F82C-FC54-07C0-3555-026D74C43A0E}"/>
              </a:ext>
            </a:extLst>
          </p:cNvPr>
          <p:cNvSpPr txBox="1"/>
          <p:nvPr/>
        </p:nvSpPr>
        <p:spPr>
          <a:xfrm>
            <a:off x="10182620" y="2967335"/>
            <a:ext cx="1648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Atenção a Bugs/Alertas</a:t>
            </a:r>
          </a:p>
          <a:p>
            <a:pPr algn="ctr"/>
            <a:r>
              <a:rPr lang="pt-BR" dirty="0"/>
              <a:t>    😝🎯⚠️</a:t>
            </a:r>
          </a:p>
        </p:txBody>
      </p:sp>
    </p:spTree>
    <p:extLst>
      <p:ext uri="{BB962C8B-B14F-4D97-AF65-F5344CB8AC3E}">
        <p14:creationId xmlns:p14="http://schemas.microsoft.com/office/powerpoint/2010/main" val="3248009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FCD976D-0C7D-9AFC-268F-AC8C65841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C79CE-4645-45E2-BF5C-E2D7028FFAA3}" type="datetime1">
              <a:rPr lang="pt-BR" smtClean="0"/>
              <a:t>02/09/2026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69209DD-25C5-1FD5-66CD-5B72B25F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de Projetos de Sistemas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48F573-D10B-9250-3B4A-E3CDFBFF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EB1B-8AE9-4B44-81B0-3F1CA5E0B7AB}" type="slidenum">
              <a:rPr lang="pt-BR" smtClean="0"/>
              <a:t>3</a:t>
            </a:fld>
            <a:endParaRPr lang="pt-BR"/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62418D74-BD8D-E593-521E-A356CB5B6B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7517630"/>
              </p:ext>
            </p:extLst>
          </p:nvPr>
        </p:nvGraphicFramePr>
        <p:xfrm>
          <a:off x="739499" y="2202323"/>
          <a:ext cx="10713002" cy="2113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C6372A77-39B6-CE0E-3F15-DD2E248D713F}"/>
              </a:ext>
            </a:extLst>
          </p:cNvPr>
          <p:cNvSpPr txBox="1"/>
          <p:nvPr/>
        </p:nvSpPr>
        <p:spPr>
          <a:xfrm>
            <a:off x="3394925" y="1421595"/>
            <a:ext cx="5402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Fluxograma de processos</a:t>
            </a:r>
          </a:p>
        </p:txBody>
      </p:sp>
    </p:spTree>
    <p:extLst>
      <p:ext uri="{BB962C8B-B14F-4D97-AF65-F5344CB8AC3E}">
        <p14:creationId xmlns:p14="http://schemas.microsoft.com/office/powerpoint/2010/main" val="180324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5CFFCD6-C919-D614-6757-0CA26A71C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9803-CFAC-4608-9B3F-27DFC7167BB5}" type="datetime1">
              <a:rPr lang="pt-BR" smtClean="0"/>
              <a:t>02/09/2026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DA75859-8090-2135-EBDD-C5E666598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de Projetos de Sistemas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D29F3D-917D-E2F7-66A3-ED0135B53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EB1B-8AE9-4B44-81B0-3F1CA5E0B7AB}" type="slidenum">
              <a:rPr lang="pt-BR" smtClean="0"/>
              <a:t>4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54C7FC0-C821-A788-79B7-A94EA21B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8" r="14010"/>
          <a:stretch/>
        </p:blipFill>
        <p:spPr>
          <a:xfrm>
            <a:off x="4665897" y="402681"/>
            <a:ext cx="4036143" cy="302631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1B33A3E-88CB-FB23-A44A-9D350F4D6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98" y="402681"/>
            <a:ext cx="4036143" cy="3041931"/>
          </a:xfrm>
          <a:prstGeom prst="rect">
            <a:avLst/>
          </a:prstGeom>
        </p:spPr>
      </p:pic>
      <p:pic>
        <p:nvPicPr>
          <p:cNvPr id="1026" name="Picture 2" descr="Como criar um guia de estilo para seu site - IONOS">
            <a:extLst>
              <a:ext uri="{FF2B5EF4-FFF2-40B4-BE49-F238E27FC236}">
                <a16:creationId xmlns:a16="http://schemas.microsoft.com/office/drawing/2014/main" id="{795AF133-3A13-CEEC-7644-996C2D7FF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98" y="3596275"/>
            <a:ext cx="5586516" cy="2695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E51D476-3F79-C663-83E9-47CAE87DA0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686" y="3576911"/>
            <a:ext cx="5586516" cy="2734515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6D85259D-0E9E-E85C-6D5A-7AB7E9D71259}"/>
              </a:ext>
            </a:extLst>
          </p:cNvPr>
          <p:cNvSpPr txBox="1"/>
          <p:nvPr/>
        </p:nvSpPr>
        <p:spPr>
          <a:xfrm>
            <a:off x="8702040" y="1377231"/>
            <a:ext cx="31141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Composição visual</a:t>
            </a:r>
          </a:p>
        </p:txBody>
      </p:sp>
    </p:spTree>
    <p:extLst>
      <p:ext uri="{BB962C8B-B14F-4D97-AF65-F5344CB8AC3E}">
        <p14:creationId xmlns:p14="http://schemas.microsoft.com/office/powerpoint/2010/main" val="767605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CEBB800-192E-460C-74D2-816BC158A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266F9-2DF2-4B18-9BA4-56CF4E8E726B}" type="datetime1">
              <a:rPr lang="pt-BR" smtClean="0"/>
              <a:t>02/09/2026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02035BA-F43D-D0A6-6553-E090C9EEA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de Projetos de Sistemas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5A6B64-A664-1595-97AA-2BF28CFC6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EEB1B-8AE9-4B44-81B0-3F1CA5E0B7AB}" type="slidenum">
              <a:rPr lang="pt-BR" smtClean="0"/>
              <a:t>5</a:t>
            </a:fld>
            <a:endParaRPr lang="pt-BR"/>
          </a:p>
        </p:txBody>
      </p:sp>
      <p:pic>
        <p:nvPicPr>
          <p:cNvPr id="7" name="videoplayback">
            <a:hlinkClick r:id="" action="ppaction://media"/>
            <a:extLst>
              <a:ext uri="{FF2B5EF4-FFF2-40B4-BE49-F238E27FC236}">
                <a16:creationId xmlns:a16="http://schemas.microsoft.com/office/drawing/2014/main" id="{4D098FD5-43B0-2788-740F-3E18E312C07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83441" y="1622305"/>
            <a:ext cx="7825117" cy="440162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F911D39-C2E3-188F-6E9B-5C4B3DEDCB07}"/>
              </a:ext>
            </a:extLst>
          </p:cNvPr>
          <p:cNvSpPr txBox="1"/>
          <p:nvPr/>
        </p:nvSpPr>
        <p:spPr>
          <a:xfrm>
            <a:off x="3502324" y="753791"/>
            <a:ext cx="5187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Demonstração</a:t>
            </a:r>
            <a:r>
              <a:rPr lang="pt-BR" sz="3200" dirty="0"/>
              <a:t> </a:t>
            </a:r>
            <a:r>
              <a:rPr lang="pt-BR" sz="32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em vídeo</a:t>
            </a:r>
          </a:p>
        </p:txBody>
      </p:sp>
    </p:spTree>
    <p:extLst>
      <p:ext uri="{BB962C8B-B14F-4D97-AF65-F5344CB8AC3E}">
        <p14:creationId xmlns:p14="http://schemas.microsoft.com/office/powerpoint/2010/main" val="427148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272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94</TotalTime>
  <Words>373</Words>
  <Application>Microsoft Office PowerPoint</Application>
  <PresentationFormat>Widescreen</PresentationFormat>
  <Paragraphs>81</Paragraphs>
  <Slides>5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Aptos</vt:lpstr>
      <vt:lpstr>Arial</vt:lpstr>
      <vt:lpstr>Century Gothic</vt:lpstr>
      <vt:lpstr>Garamond</vt:lpstr>
      <vt:lpstr>Google Sans Text</vt:lpstr>
      <vt:lpstr>Savon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aluno</dc:creator>
  <cp:lastModifiedBy>aluno</cp:lastModifiedBy>
  <cp:revision>3</cp:revision>
  <dcterms:created xsi:type="dcterms:W3CDTF">2026-08-26T20:21:06Z</dcterms:created>
  <dcterms:modified xsi:type="dcterms:W3CDTF">2026-09-02T20:41:06Z</dcterms:modified>
</cp:coreProperties>
</file>