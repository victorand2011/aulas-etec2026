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resentação inicial" id="{79F11180-F60D-47E4-B3CB-F2DBB62538A3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238C"/>
    <a:srgbClr val="C62C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1B7CB7-3AE8-4C06-83F2-E083C726F8D4}" type="doc">
      <dgm:prSet loTypeId="urn:microsoft.com/office/officeart/2005/8/layout/vLis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A5DD0D8-BF0E-44A7-8057-B1D95E292B37}">
      <dgm:prSet/>
      <dgm:spPr/>
      <dgm:t>
        <a:bodyPr/>
        <a:lstStyle/>
        <a:p>
          <a:r>
            <a:rPr lang="pt-BR" dirty="0"/>
            <a:t>Maria - CEO</a:t>
          </a:r>
        </a:p>
      </dgm:t>
    </dgm:pt>
    <dgm:pt modelId="{EBFB05BA-E5D0-4F0D-AE00-FEA11C4B493F}" type="parTrans" cxnId="{47D03B11-C4B9-40CF-8CD2-B625F7004564}">
      <dgm:prSet/>
      <dgm:spPr/>
      <dgm:t>
        <a:bodyPr/>
        <a:lstStyle/>
        <a:p>
          <a:endParaRPr lang="pt-BR"/>
        </a:p>
      </dgm:t>
    </dgm:pt>
    <dgm:pt modelId="{71D589C5-19E7-4D82-B294-2501F4C5D741}" type="sibTrans" cxnId="{47D03B11-C4B9-40CF-8CD2-B625F7004564}">
      <dgm:prSet/>
      <dgm:spPr/>
      <dgm:t>
        <a:bodyPr/>
        <a:lstStyle/>
        <a:p>
          <a:endParaRPr lang="pt-BR"/>
        </a:p>
      </dgm:t>
    </dgm:pt>
    <dgm:pt modelId="{91EAE4D3-F5C5-4F39-8ED7-9723532118F2}">
      <dgm:prSet/>
      <dgm:spPr/>
      <dgm:t>
        <a:bodyPr/>
        <a:lstStyle/>
        <a:p>
          <a:r>
            <a:rPr lang="pt-BR" dirty="0"/>
            <a:t>Victor - CEO</a:t>
          </a:r>
        </a:p>
      </dgm:t>
    </dgm:pt>
    <dgm:pt modelId="{CA4A25E8-168A-496C-91C9-FD9D4C1FBBB7}" type="parTrans" cxnId="{D8EA4D50-4B3D-4C00-9260-E1E44776C3F0}">
      <dgm:prSet/>
      <dgm:spPr/>
      <dgm:t>
        <a:bodyPr/>
        <a:lstStyle/>
        <a:p>
          <a:endParaRPr lang="pt-BR"/>
        </a:p>
      </dgm:t>
    </dgm:pt>
    <dgm:pt modelId="{36F7CB9F-09C3-41B6-8196-D9A7ADE278A5}" type="sibTrans" cxnId="{D8EA4D50-4B3D-4C00-9260-E1E44776C3F0}">
      <dgm:prSet/>
      <dgm:spPr/>
      <dgm:t>
        <a:bodyPr/>
        <a:lstStyle/>
        <a:p>
          <a:endParaRPr lang="pt-BR"/>
        </a:p>
      </dgm:t>
    </dgm:pt>
    <dgm:pt modelId="{9682E050-B454-4816-B588-3778ADB5C9FD}">
      <dgm:prSet/>
      <dgm:spPr/>
      <dgm:t>
        <a:bodyPr/>
        <a:lstStyle/>
        <a:p>
          <a:r>
            <a:rPr lang="pt-BR"/>
            <a:t>Sabor - Faxineiro e cafeteiro</a:t>
          </a:r>
        </a:p>
      </dgm:t>
    </dgm:pt>
    <dgm:pt modelId="{49570D71-E5F1-4660-A4AB-9E14D7899F29}" type="parTrans" cxnId="{3B477490-4E49-4137-8291-6D6D09CF2B85}">
      <dgm:prSet/>
      <dgm:spPr/>
      <dgm:t>
        <a:bodyPr/>
        <a:lstStyle/>
        <a:p>
          <a:endParaRPr lang="pt-BR"/>
        </a:p>
      </dgm:t>
    </dgm:pt>
    <dgm:pt modelId="{5F5DBCA9-014C-40BE-AE9A-B0F7723C70FA}" type="sibTrans" cxnId="{3B477490-4E49-4137-8291-6D6D09CF2B85}">
      <dgm:prSet/>
      <dgm:spPr/>
      <dgm:t>
        <a:bodyPr/>
        <a:lstStyle/>
        <a:p>
          <a:endParaRPr lang="pt-BR"/>
        </a:p>
      </dgm:t>
    </dgm:pt>
    <dgm:pt modelId="{37FF27EC-35B2-428C-8842-E6E78426FB99}">
      <dgm:prSet/>
      <dgm:spPr/>
      <dgm:t>
        <a:bodyPr/>
        <a:lstStyle/>
        <a:p>
          <a:r>
            <a:rPr lang="pt-BR"/>
            <a:t>Marco - Recrutador</a:t>
          </a:r>
        </a:p>
      </dgm:t>
    </dgm:pt>
    <dgm:pt modelId="{7C796CD4-23AE-4644-962C-784261EC7811}" type="parTrans" cxnId="{56BD387F-052D-4E14-9DCB-8602B177A560}">
      <dgm:prSet/>
      <dgm:spPr/>
      <dgm:t>
        <a:bodyPr/>
        <a:lstStyle/>
        <a:p>
          <a:endParaRPr lang="pt-BR"/>
        </a:p>
      </dgm:t>
    </dgm:pt>
    <dgm:pt modelId="{ECF2B485-DD0F-4612-A8CE-1D310FE6C8A7}" type="sibTrans" cxnId="{56BD387F-052D-4E14-9DCB-8602B177A560}">
      <dgm:prSet/>
      <dgm:spPr/>
      <dgm:t>
        <a:bodyPr/>
        <a:lstStyle/>
        <a:p>
          <a:endParaRPr lang="pt-BR"/>
        </a:p>
      </dgm:t>
    </dgm:pt>
    <dgm:pt modelId="{CAE9AED1-0922-40ED-BFAC-DEC95146A944}">
      <dgm:prSet/>
      <dgm:spPr/>
      <dgm:t>
        <a:bodyPr/>
        <a:lstStyle/>
        <a:p>
          <a:r>
            <a:rPr lang="pt-BR"/>
            <a:t>Pccex - Vendedor</a:t>
          </a:r>
        </a:p>
      </dgm:t>
    </dgm:pt>
    <dgm:pt modelId="{76CBB429-AEB1-4BBE-8648-2CEAD605F159}" type="parTrans" cxnId="{124F640D-F48E-4789-A937-642F054E11F4}">
      <dgm:prSet/>
      <dgm:spPr/>
      <dgm:t>
        <a:bodyPr/>
        <a:lstStyle/>
        <a:p>
          <a:endParaRPr lang="pt-BR"/>
        </a:p>
      </dgm:t>
    </dgm:pt>
    <dgm:pt modelId="{3012B8DC-7166-4974-82B4-1810D5BF6FE1}" type="sibTrans" cxnId="{124F640D-F48E-4789-A937-642F054E11F4}">
      <dgm:prSet/>
      <dgm:spPr/>
      <dgm:t>
        <a:bodyPr/>
        <a:lstStyle/>
        <a:p>
          <a:endParaRPr lang="pt-BR"/>
        </a:p>
      </dgm:t>
    </dgm:pt>
    <dgm:pt modelId="{B937E299-2F6F-4204-9ACF-3B19377DEB27}">
      <dgm:prSet/>
      <dgm:spPr/>
      <dgm:t>
        <a:bodyPr/>
        <a:lstStyle/>
        <a:p>
          <a:r>
            <a:rPr lang="pt-BR"/>
            <a:t>Carioquexxx - Desenvolvedor</a:t>
          </a:r>
        </a:p>
      </dgm:t>
    </dgm:pt>
    <dgm:pt modelId="{27F4A626-9916-44DA-98CB-5D81CD241E95}" type="parTrans" cxnId="{3707EFCA-6BE6-491B-8A23-BE256641B92B}">
      <dgm:prSet/>
      <dgm:spPr/>
      <dgm:t>
        <a:bodyPr/>
        <a:lstStyle/>
        <a:p>
          <a:endParaRPr lang="pt-BR"/>
        </a:p>
      </dgm:t>
    </dgm:pt>
    <dgm:pt modelId="{38EF2069-5900-4A74-8460-45F33C2C5001}" type="sibTrans" cxnId="{3707EFCA-6BE6-491B-8A23-BE256641B92B}">
      <dgm:prSet/>
      <dgm:spPr/>
      <dgm:t>
        <a:bodyPr/>
        <a:lstStyle/>
        <a:p>
          <a:endParaRPr lang="pt-BR"/>
        </a:p>
      </dgm:t>
    </dgm:pt>
    <dgm:pt modelId="{17F7B876-2209-4DD7-A054-43F332E53C37}" type="pres">
      <dgm:prSet presAssocID="{F41B7CB7-3AE8-4C06-83F2-E083C726F8D4}" presName="linearFlow" presStyleCnt="0">
        <dgm:presLayoutVars>
          <dgm:dir/>
          <dgm:resizeHandles val="exact"/>
        </dgm:presLayoutVars>
      </dgm:prSet>
      <dgm:spPr/>
    </dgm:pt>
    <dgm:pt modelId="{BA1507DF-AC43-47E5-ACDB-5FEF274FE8D8}" type="pres">
      <dgm:prSet presAssocID="{4A5DD0D8-BF0E-44A7-8057-B1D95E292B37}" presName="composite" presStyleCnt="0"/>
      <dgm:spPr/>
    </dgm:pt>
    <dgm:pt modelId="{5C489305-FBD4-4774-90FD-5A968FA577B4}" type="pres">
      <dgm:prSet presAssocID="{4A5DD0D8-BF0E-44A7-8057-B1D95E292B37}" presName="imgShp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58328C0-0368-4E55-B1EF-16CC3CD18DA8}" type="pres">
      <dgm:prSet presAssocID="{4A5DD0D8-BF0E-44A7-8057-B1D95E292B37}" presName="txShp" presStyleLbl="node1" presStyleIdx="0" presStyleCnt="6">
        <dgm:presLayoutVars>
          <dgm:bulletEnabled val="1"/>
        </dgm:presLayoutVars>
      </dgm:prSet>
      <dgm:spPr/>
    </dgm:pt>
    <dgm:pt modelId="{48AE4F64-6C2F-4178-B805-C8A2965EAA82}" type="pres">
      <dgm:prSet presAssocID="{71D589C5-19E7-4D82-B294-2501F4C5D741}" presName="spacing" presStyleCnt="0"/>
      <dgm:spPr/>
    </dgm:pt>
    <dgm:pt modelId="{57D6F9FC-4BED-4940-ABF2-7D5CF586A750}" type="pres">
      <dgm:prSet presAssocID="{91EAE4D3-F5C5-4F39-8ED7-9723532118F2}" presName="composite" presStyleCnt="0"/>
      <dgm:spPr/>
    </dgm:pt>
    <dgm:pt modelId="{A550710B-0462-4704-BD16-A0EB5426BE51}" type="pres">
      <dgm:prSet presAssocID="{91EAE4D3-F5C5-4F39-8ED7-9723532118F2}" presName="imgShp" presStyleLbl="fgImgPlace1" presStyleIdx="1" presStyleCnt="6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</dgm:spPr>
    </dgm:pt>
    <dgm:pt modelId="{940F352B-5FFD-463A-A599-FD13C078C24B}" type="pres">
      <dgm:prSet presAssocID="{91EAE4D3-F5C5-4F39-8ED7-9723532118F2}" presName="txShp" presStyleLbl="node1" presStyleIdx="1" presStyleCnt="6">
        <dgm:presLayoutVars>
          <dgm:bulletEnabled val="1"/>
        </dgm:presLayoutVars>
      </dgm:prSet>
      <dgm:spPr/>
    </dgm:pt>
    <dgm:pt modelId="{A87F2BE9-301F-4D7A-90DE-355A0C7DA837}" type="pres">
      <dgm:prSet presAssocID="{36F7CB9F-09C3-41B6-8196-D9A7ADE278A5}" presName="spacing" presStyleCnt="0"/>
      <dgm:spPr/>
    </dgm:pt>
    <dgm:pt modelId="{DA022794-11EC-4FAE-9B47-CE108BD2E854}" type="pres">
      <dgm:prSet presAssocID="{9682E050-B454-4816-B588-3778ADB5C9FD}" presName="composite" presStyleCnt="0"/>
      <dgm:spPr/>
    </dgm:pt>
    <dgm:pt modelId="{4AFC6350-4CBC-4979-BC27-86B0A198EDD3}" type="pres">
      <dgm:prSet presAssocID="{9682E050-B454-4816-B588-3778ADB5C9FD}" presName="imgShp" presStyleLbl="fgImgPlace1" presStyleIdx="2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5062BF3F-DE6F-4BE9-9D45-EB7FA9838C92}" type="pres">
      <dgm:prSet presAssocID="{9682E050-B454-4816-B588-3778ADB5C9FD}" presName="txShp" presStyleLbl="node1" presStyleIdx="2" presStyleCnt="6">
        <dgm:presLayoutVars>
          <dgm:bulletEnabled val="1"/>
        </dgm:presLayoutVars>
      </dgm:prSet>
      <dgm:spPr/>
    </dgm:pt>
    <dgm:pt modelId="{58B05431-7AD2-4DBD-BF93-79CA624990CC}" type="pres">
      <dgm:prSet presAssocID="{5F5DBCA9-014C-40BE-AE9A-B0F7723C70FA}" presName="spacing" presStyleCnt="0"/>
      <dgm:spPr/>
    </dgm:pt>
    <dgm:pt modelId="{27AE5A31-0F34-4505-B0A4-BFFFEBD5DBDC}" type="pres">
      <dgm:prSet presAssocID="{37FF27EC-35B2-428C-8842-E6E78426FB99}" presName="composite" presStyleCnt="0"/>
      <dgm:spPr/>
    </dgm:pt>
    <dgm:pt modelId="{BED2288E-B113-4393-92A4-6AC7548CE16E}" type="pres">
      <dgm:prSet presAssocID="{37FF27EC-35B2-428C-8842-E6E78426FB99}" presName="imgShp" presStyleLbl="fgImgPlace1" presStyleIdx="3" presStyleCnt="6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C80F44A-E7F9-4B63-AEB7-AF53E74C87AE}" type="pres">
      <dgm:prSet presAssocID="{37FF27EC-35B2-428C-8842-E6E78426FB99}" presName="txShp" presStyleLbl="node1" presStyleIdx="3" presStyleCnt="6">
        <dgm:presLayoutVars>
          <dgm:bulletEnabled val="1"/>
        </dgm:presLayoutVars>
      </dgm:prSet>
      <dgm:spPr/>
    </dgm:pt>
    <dgm:pt modelId="{1A3DEA12-5215-46C0-BAE4-EC3C81E58A7A}" type="pres">
      <dgm:prSet presAssocID="{ECF2B485-DD0F-4612-A8CE-1D310FE6C8A7}" presName="spacing" presStyleCnt="0"/>
      <dgm:spPr/>
    </dgm:pt>
    <dgm:pt modelId="{4AF5D5A9-0157-44D6-A65F-E05F0F7DFA64}" type="pres">
      <dgm:prSet presAssocID="{CAE9AED1-0922-40ED-BFAC-DEC95146A944}" presName="composite" presStyleCnt="0"/>
      <dgm:spPr/>
    </dgm:pt>
    <dgm:pt modelId="{DD7F6B1A-6BFD-4108-B7D4-503185FC0052}" type="pres">
      <dgm:prSet presAssocID="{CAE9AED1-0922-40ED-BFAC-DEC95146A944}" presName="imgShp" presStyleLbl="fgImgPlace1" presStyleIdx="4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</dgm:spPr>
    </dgm:pt>
    <dgm:pt modelId="{B822506B-ECE1-431A-AEF0-33DBB4B33B0D}" type="pres">
      <dgm:prSet presAssocID="{CAE9AED1-0922-40ED-BFAC-DEC95146A944}" presName="txShp" presStyleLbl="node1" presStyleIdx="4" presStyleCnt="6">
        <dgm:presLayoutVars>
          <dgm:bulletEnabled val="1"/>
        </dgm:presLayoutVars>
      </dgm:prSet>
      <dgm:spPr/>
    </dgm:pt>
    <dgm:pt modelId="{978E6AC3-8EEB-4AD4-8105-E8E68EC8B90E}" type="pres">
      <dgm:prSet presAssocID="{3012B8DC-7166-4974-82B4-1810D5BF6FE1}" presName="spacing" presStyleCnt="0"/>
      <dgm:spPr/>
    </dgm:pt>
    <dgm:pt modelId="{6D2DDA4E-F89C-463A-8D9F-746E4F184661}" type="pres">
      <dgm:prSet presAssocID="{B937E299-2F6F-4204-9ACF-3B19377DEB27}" presName="composite" presStyleCnt="0"/>
      <dgm:spPr/>
    </dgm:pt>
    <dgm:pt modelId="{B4C829E8-6015-48BE-BF3E-BDB05C3A9484}" type="pres">
      <dgm:prSet presAssocID="{B937E299-2F6F-4204-9ACF-3B19377DEB27}" presName="imgShp" presStyleLbl="fgImgPlace1" presStyleIdx="5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9000" b="-39000"/>
          </a:stretch>
        </a:blipFill>
      </dgm:spPr>
    </dgm:pt>
    <dgm:pt modelId="{2126BCBB-A77E-45E0-BC94-A6262FF609BC}" type="pres">
      <dgm:prSet presAssocID="{B937E299-2F6F-4204-9ACF-3B19377DEB27}" presName="txShp" presStyleLbl="node1" presStyleIdx="5" presStyleCnt="6">
        <dgm:presLayoutVars>
          <dgm:bulletEnabled val="1"/>
        </dgm:presLayoutVars>
      </dgm:prSet>
      <dgm:spPr/>
    </dgm:pt>
  </dgm:ptLst>
  <dgm:cxnLst>
    <dgm:cxn modelId="{124F640D-F48E-4789-A937-642F054E11F4}" srcId="{F41B7CB7-3AE8-4C06-83F2-E083C726F8D4}" destId="{CAE9AED1-0922-40ED-BFAC-DEC95146A944}" srcOrd="4" destOrd="0" parTransId="{76CBB429-AEB1-4BBE-8648-2CEAD605F159}" sibTransId="{3012B8DC-7166-4974-82B4-1810D5BF6FE1}"/>
    <dgm:cxn modelId="{47D03B11-C4B9-40CF-8CD2-B625F7004564}" srcId="{F41B7CB7-3AE8-4C06-83F2-E083C726F8D4}" destId="{4A5DD0D8-BF0E-44A7-8057-B1D95E292B37}" srcOrd="0" destOrd="0" parTransId="{EBFB05BA-E5D0-4F0D-AE00-FEA11C4B493F}" sibTransId="{71D589C5-19E7-4D82-B294-2501F4C5D741}"/>
    <dgm:cxn modelId="{95CB0E1A-45E6-4997-ACE4-2F94E975835C}" type="presOf" srcId="{9682E050-B454-4816-B588-3778ADB5C9FD}" destId="{5062BF3F-DE6F-4BE9-9D45-EB7FA9838C92}" srcOrd="0" destOrd="0" presId="urn:microsoft.com/office/officeart/2005/8/layout/vList3"/>
    <dgm:cxn modelId="{BE63CD29-B5F9-409F-9012-5BD1B3E05A57}" type="presOf" srcId="{4A5DD0D8-BF0E-44A7-8057-B1D95E292B37}" destId="{058328C0-0368-4E55-B1EF-16CC3CD18DA8}" srcOrd="0" destOrd="0" presId="urn:microsoft.com/office/officeart/2005/8/layout/vList3"/>
    <dgm:cxn modelId="{D8EA4D50-4B3D-4C00-9260-E1E44776C3F0}" srcId="{F41B7CB7-3AE8-4C06-83F2-E083C726F8D4}" destId="{91EAE4D3-F5C5-4F39-8ED7-9723532118F2}" srcOrd="1" destOrd="0" parTransId="{CA4A25E8-168A-496C-91C9-FD9D4C1FBBB7}" sibTransId="{36F7CB9F-09C3-41B6-8196-D9A7ADE278A5}"/>
    <dgm:cxn modelId="{9675357C-A41A-427F-89E5-0F5255569EBA}" type="presOf" srcId="{CAE9AED1-0922-40ED-BFAC-DEC95146A944}" destId="{B822506B-ECE1-431A-AEF0-33DBB4B33B0D}" srcOrd="0" destOrd="0" presId="urn:microsoft.com/office/officeart/2005/8/layout/vList3"/>
    <dgm:cxn modelId="{56BD387F-052D-4E14-9DCB-8602B177A560}" srcId="{F41B7CB7-3AE8-4C06-83F2-E083C726F8D4}" destId="{37FF27EC-35B2-428C-8842-E6E78426FB99}" srcOrd="3" destOrd="0" parTransId="{7C796CD4-23AE-4644-962C-784261EC7811}" sibTransId="{ECF2B485-DD0F-4612-A8CE-1D310FE6C8A7}"/>
    <dgm:cxn modelId="{3B477490-4E49-4137-8291-6D6D09CF2B85}" srcId="{F41B7CB7-3AE8-4C06-83F2-E083C726F8D4}" destId="{9682E050-B454-4816-B588-3778ADB5C9FD}" srcOrd="2" destOrd="0" parTransId="{49570D71-E5F1-4660-A4AB-9E14D7899F29}" sibTransId="{5F5DBCA9-014C-40BE-AE9A-B0F7723C70FA}"/>
    <dgm:cxn modelId="{FF79F1A9-CBD5-42EA-8D91-73C1CD98D210}" type="presOf" srcId="{B937E299-2F6F-4204-9ACF-3B19377DEB27}" destId="{2126BCBB-A77E-45E0-BC94-A6262FF609BC}" srcOrd="0" destOrd="0" presId="urn:microsoft.com/office/officeart/2005/8/layout/vList3"/>
    <dgm:cxn modelId="{181620BF-7A0E-4650-8830-36D726E16503}" type="presOf" srcId="{91EAE4D3-F5C5-4F39-8ED7-9723532118F2}" destId="{940F352B-5FFD-463A-A599-FD13C078C24B}" srcOrd="0" destOrd="0" presId="urn:microsoft.com/office/officeart/2005/8/layout/vList3"/>
    <dgm:cxn modelId="{F38235C2-A14A-470D-8D2C-6E6984536C16}" type="presOf" srcId="{F41B7CB7-3AE8-4C06-83F2-E083C726F8D4}" destId="{17F7B876-2209-4DD7-A054-43F332E53C37}" srcOrd="0" destOrd="0" presId="urn:microsoft.com/office/officeart/2005/8/layout/vList3"/>
    <dgm:cxn modelId="{3707EFCA-6BE6-491B-8A23-BE256641B92B}" srcId="{F41B7CB7-3AE8-4C06-83F2-E083C726F8D4}" destId="{B937E299-2F6F-4204-9ACF-3B19377DEB27}" srcOrd="5" destOrd="0" parTransId="{27F4A626-9916-44DA-98CB-5D81CD241E95}" sibTransId="{38EF2069-5900-4A74-8460-45F33C2C5001}"/>
    <dgm:cxn modelId="{CA5A2DF2-1715-49A5-9A12-FE2FA636D1A9}" type="presOf" srcId="{37FF27EC-35B2-428C-8842-E6E78426FB99}" destId="{6C80F44A-E7F9-4B63-AEB7-AF53E74C87AE}" srcOrd="0" destOrd="0" presId="urn:microsoft.com/office/officeart/2005/8/layout/vList3"/>
    <dgm:cxn modelId="{1E02B401-05E3-40C6-988B-DC5EFC3E6061}" type="presParOf" srcId="{17F7B876-2209-4DD7-A054-43F332E53C37}" destId="{BA1507DF-AC43-47E5-ACDB-5FEF274FE8D8}" srcOrd="0" destOrd="0" presId="urn:microsoft.com/office/officeart/2005/8/layout/vList3"/>
    <dgm:cxn modelId="{50E97841-F77C-44A3-9C7B-50DF2708868E}" type="presParOf" srcId="{BA1507DF-AC43-47E5-ACDB-5FEF274FE8D8}" destId="{5C489305-FBD4-4774-90FD-5A968FA577B4}" srcOrd="0" destOrd="0" presId="urn:microsoft.com/office/officeart/2005/8/layout/vList3"/>
    <dgm:cxn modelId="{F55143BE-F8F3-49F6-A59F-5AA4E774F2D6}" type="presParOf" srcId="{BA1507DF-AC43-47E5-ACDB-5FEF274FE8D8}" destId="{058328C0-0368-4E55-B1EF-16CC3CD18DA8}" srcOrd="1" destOrd="0" presId="urn:microsoft.com/office/officeart/2005/8/layout/vList3"/>
    <dgm:cxn modelId="{F6DCB3FF-5ADF-4661-BB52-9B26EC084016}" type="presParOf" srcId="{17F7B876-2209-4DD7-A054-43F332E53C37}" destId="{48AE4F64-6C2F-4178-B805-C8A2965EAA82}" srcOrd="1" destOrd="0" presId="urn:microsoft.com/office/officeart/2005/8/layout/vList3"/>
    <dgm:cxn modelId="{CF38BCD1-FBEE-4623-A1C3-886E9C564A5C}" type="presParOf" srcId="{17F7B876-2209-4DD7-A054-43F332E53C37}" destId="{57D6F9FC-4BED-4940-ABF2-7D5CF586A750}" srcOrd="2" destOrd="0" presId="urn:microsoft.com/office/officeart/2005/8/layout/vList3"/>
    <dgm:cxn modelId="{71B8E4B4-F4BE-47A6-8A3F-8031D9A667CA}" type="presParOf" srcId="{57D6F9FC-4BED-4940-ABF2-7D5CF586A750}" destId="{A550710B-0462-4704-BD16-A0EB5426BE51}" srcOrd="0" destOrd="0" presId="urn:microsoft.com/office/officeart/2005/8/layout/vList3"/>
    <dgm:cxn modelId="{B9328E00-C143-42F6-A1DF-239B610A0D09}" type="presParOf" srcId="{57D6F9FC-4BED-4940-ABF2-7D5CF586A750}" destId="{940F352B-5FFD-463A-A599-FD13C078C24B}" srcOrd="1" destOrd="0" presId="urn:microsoft.com/office/officeart/2005/8/layout/vList3"/>
    <dgm:cxn modelId="{417CFC63-F3F9-4250-A180-BC4102F7B7AE}" type="presParOf" srcId="{17F7B876-2209-4DD7-A054-43F332E53C37}" destId="{A87F2BE9-301F-4D7A-90DE-355A0C7DA837}" srcOrd="3" destOrd="0" presId="urn:microsoft.com/office/officeart/2005/8/layout/vList3"/>
    <dgm:cxn modelId="{1CD4A17F-174C-4176-ABC2-B53DB8F2F714}" type="presParOf" srcId="{17F7B876-2209-4DD7-A054-43F332E53C37}" destId="{DA022794-11EC-4FAE-9B47-CE108BD2E854}" srcOrd="4" destOrd="0" presId="urn:microsoft.com/office/officeart/2005/8/layout/vList3"/>
    <dgm:cxn modelId="{91BA2B7D-CD03-49D6-8B16-D03BA48CC275}" type="presParOf" srcId="{DA022794-11EC-4FAE-9B47-CE108BD2E854}" destId="{4AFC6350-4CBC-4979-BC27-86B0A198EDD3}" srcOrd="0" destOrd="0" presId="urn:microsoft.com/office/officeart/2005/8/layout/vList3"/>
    <dgm:cxn modelId="{B066AB59-858E-476D-977B-958FD75D3178}" type="presParOf" srcId="{DA022794-11EC-4FAE-9B47-CE108BD2E854}" destId="{5062BF3F-DE6F-4BE9-9D45-EB7FA9838C92}" srcOrd="1" destOrd="0" presId="urn:microsoft.com/office/officeart/2005/8/layout/vList3"/>
    <dgm:cxn modelId="{6764C3B8-CDB9-4780-BC7F-C8764FD27589}" type="presParOf" srcId="{17F7B876-2209-4DD7-A054-43F332E53C37}" destId="{58B05431-7AD2-4DBD-BF93-79CA624990CC}" srcOrd="5" destOrd="0" presId="urn:microsoft.com/office/officeart/2005/8/layout/vList3"/>
    <dgm:cxn modelId="{1C71000C-F1AC-4329-A692-08AC9FFFF2CE}" type="presParOf" srcId="{17F7B876-2209-4DD7-A054-43F332E53C37}" destId="{27AE5A31-0F34-4505-B0A4-BFFFEBD5DBDC}" srcOrd="6" destOrd="0" presId="urn:microsoft.com/office/officeart/2005/8/layout/vList3"/>
    <dgm:cxn modelId="{4EDEE92D-34AD-4CDE-A55A-C391F9579241}" type="presParOf" srcId="{27AE5A31-0F34-4505-B0A4-BFFFEBD5DBDC}" destId="{BED2288E-B113-4393-92A4-6AC7548CE16E}" srcOrd="0" destOrd="0" presId="urn:microsoft.com/office/officeart/2005/8/layout/vList3"/>
    <dgm:cxn modelId="{DF825D00-EC9B-46E0-A96B-A6AF70BC2C97}" type="presParOf" srcId="{27AE5A31-0F34-4505-B0A4-BFFFEBD5DBDC}" destId="{6C80F44A-E7F9-4B63-AEB7-AF53E74C87AE}" srcOrd="1" destOrd="0" presId="urn:microsoft.com/office/officeart/2005/8/layout/vList3"/>
    <dgm:cxn modelId="{3AF9AF37-A894-485B-8402-1599A8767035}" type="presParOf" srcId="{17F7B876-2209-4DD7-A054-43F332E53C37}" destId="{1A3DEA12-5215-46C0-BAE4-EC3C81E58A7A}" srcOrd="7" destOrd="0" presId="urn:microsoft.com/office/officeart/2005/8/layout/vList3"/>
    <dgm:cxn modelId="{9B12F230-3B3F-4BF7-A9C6-4A7C188CE71C}" type="presParOf" srcId="{17F7B876-2209-4DD7-A054-43F332E53C37}" destId="{4AF5D5A9-0157-44D6-A65F-E05F0F7DFA64}" srcOrd="8" destOrd="0" presId="urn:microsoft.com/office/officeart/2005/8/layout/vList3"/>
    <dgm:cxn modelId="{251B6A32-7EA9-4CBC-A8B7-299F6F67F422}" type="presParOf" srcId="{4AF5D5A9-0157-44D6-A65F-E05F0F7DFA64}" destId="{DD7F6B1A-6BFD-4108-B7D4-503185FC0052}" srcOrd="0" destOrd="0" presId="urn:microsoft.com/office/officeart/2005/8/layout/vList3"/>
    <dgm:cxn modelId="{81D56CAA-64FA-4649-BADA-7057BDEE8C6E}" type="presParOf" srcId="{4AF5D5A9-0157-44D6-A65F-E05F0F7DFA64}" destId="{B822506B-ECE1-431A-AEF0-33DBB4B33B0D}" srcOrd="1" destOrd="0" presId="urn:microsoft.com/office/officeart/2005/8/layout/vList3"/>
    <dgm:cxn modelId="{CE308702-D4EA-4F4F-880E-60F4C017DC2F}" type="presParOf" srcId="{17F7B876-2209-4DD7-A054-43F332E53C37}" destId="{978E6AC3-8EEB-4AD4-8105-E8E68EC8B90E}" srcOrd="9" destOrd="0" presId="urn:microsoft.com/office/officeart/2005/8/layout/vList3"/>
    <dgm:cxn modelId="{9676C8D1-11E2-46F0-9E58-FF82A034ACC7}" type="presParOf" srcId="{17F7B876-2209-4DD7-A054-43F332E53C37}" destId="{6D2DDA4E-F89C-463A-8D9F-746E4F184661}" srcOrd="10" destOrd="0" presId="urn:microsoft.com/office/officeart/2005/8/layout/vList3"/>
    <dgm:cxn modelId="{323F1A18-133F-4449-A614-1D2CC16C89FE}" type="presParOf" srcId="{6D2DDA4E-F89C-463A-8D9F-746E4F184661}" destId="{B4C829E8-6015-48BE-BF3E-BDB05C3A9484}" srcOrd="0" destOrd="0" presId="urn:microsoft.com/office/officeart/2005/8/layout/vList3"/>
    <dgm:cxn modelId="{581206E2-FADA-43AD-A303-3F8CD37870D6}" type="presParOf" srcId="{6D2DDA4E-F89C-463A-8D9F-746E4F184661}" destId="{2126BCBB-A77E-45E0-BC94-A6262FF609B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328C0-0368-4E55-B1EF-16CC3CD18DA8}">
      <dsp:nvSpPr>
        <dsp:cNvPr id="0" name=""/>
        <dsp:cNvSpPr/>
      </dsp:nvSpPr>
      <dsp:spPr>
        <a:xfrm rot="10800000">
          <a:off x="1270878" y="2211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Maria - CEO</a:t>
          </a:r>
        </a:p>
      </dsp:txBody>
      <dsp:txXfrm rot="10800000">
        <a:off x="1422049" y="2211"/>
        <a:ext cx="4294234" cy="604685"/>
      </dsp:txXfrm>
    </dsp:sp>
    <dsp:sp modelId="{5C489305-FBD4-4774-90FD-5A968FA577B4}">
      <dsp:nvSpPr>
        <dsp:cNvPr id="0" name=""/>
        <dsp:cNvSpPr/>
      </dsp:nvSpPr>
      <dsp:spPr>
        <a:xfrm>
          <a:off x="968535" y="2211"/>
          <a:ext cx="604685" cy="60468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40F352B-5FFD-463A-A599-FD13C078C24B}">
      <dsp:nvSpPr>
        <dsp:cNvPr id="0" name=""/>
        <dsp:cNvSpPr/>
      </dsp:nvSpPr>
      <dsp:spPr>
        <a:xfrm rot="10800000">
          <a:off x="1270878" y="787400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 dirty="0"/>
            <a:t>Victor - CEO</a:t>
          </a:r>
        </a:p>
      </dsp:txBody>
      <dsp:txXfrm rot="10800000">
        <a:off x="1422049" y="787400"/>
        <a:ext cx="4294234" cy="604685"/>
      </dsp:txXfrm>
    </dsp:sp>
    <dsp:sp modelId="{A550710B-0462-4704-BD16-A0EB5426BE51}">
      <dsp:nvSpPr>
        <dsp:cNvPr id="0" name=""/>
        <dsp:cNvSpPr/>
      </dsp:nvSpPr>
      <dsp:spPr>
        <a:xfrm>
          <a:off x="968535" y="787400"/>
          <a:ext cx="604685" cy="60468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7000" b="-17000"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062BF3F-DE6F-4BE9-9D45-EB7FA9838C92}">
      <dsp:nvSpPr>
        <dsp:cNvPr id="0" name=""/>
        <dsp:cNvSpPr/>
      </dsp:nvSpPr>
      <dsp:spPr>
        <a:xfrm rot="10800000">
          <a:off x="1270878" y="1572589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Sabor - Faxineiro e cafeteiro</a:t>
          </a:r>
        </a:p>
      </dsp:txBody>
      <dsp:txXfrm rot="10800000">
        <a:off x="1422049" y="1572589"/>
        <a:ext cx="4294234" cy="604685"/>
      </dsp:txXfrm>
    </dsp:sp>
    <dsp:sp modelId="{4AFC6350-4CBC-4979-BC27-86B0A198EDD3}">
      <dsp:nvSpPr>
        <dsp:cNvPr id="0" name=""/>
        <dsp:cNvSpPr/>
      </dsp:nvSpPr>
      <dsp:spPr>
        <a:xfrm>
          <a:off x="968535" y="1572589"/>
          <a:ext cx="604685" cy="60468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6C80F44A-E7F9-4B63-AEB7-AF53E74C87AE}">
      <dsp:nvSpPr>
        <dsp:cNvPr id="0" name=""/>
        <dsp:cNvSpPr/>
      </dsp:nvSpPr>
      <dsp:spPr>
        <a:xfrm rot="10800000">
          <a:off x="1270878" y="2357778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Marco - Recrutador</a:t>
          </a:r>
        </a:p>
      </dsp:txBody>
      <dsp:txXfrm rot="10800000">
        <a:off x="1422049" y="2357778"/>
        <a:ext cx="4294234" cy="604685"/>
      </dsp:txXfrm>
    </dsp:sp>
    <dsp:sp modelId="{BED2288E-B113-4393-92A4-6AC7548CE16E}">
      <dsp:nvSpPr>
        <dsp:cNvPr id="0" name=""/>
        <dsp:cNvSpPr/>
      </dsp:nvSpPr>
      <dsp:spPr>
        <a:xfrm>
          <a:off x="968535" y="2357778"/>
          <a:ext cx="604685" cy="604685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822506B-ECE1-431A-AEF0-33DBB4B33B0D}">
      <dsp:nvSpPr>
        <dsp:cNvPr id="0" name=""/>
        <dsp:cNvSpPr/>
      </dsp:nvSpPr>
      <dsp:spPr>
        <a:xfrm rot="10800000">
          <a:off x="1270878" y="3142967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Pccex - Vendedor</a:t>
          </a:r>
        </a:p>
      </dsp:txBody>
      <dsp:txXfrm rot="10800000">
        <a:off x="1422049" y="3142967"/>
        <a:ext cx="4294234" cy="604685"/>
      </dsp:txXfrm>
    </dsp:sp>
    <dsp:sp modelId="{DD7F6B1A-6BFD-4108-B7D4-503185FC0052}">
      <dsp:nvSpPr>
        <dsp:cNvPr id="0" name=""/>
        <dsp:cNvSpPr/>
      </dsp:nvSpPr>
      <dsp:spPr>
        <a:xfrm>
          <a:off x="968535" y="3142967"/>
          <a:ext cx="604685" cy="60468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5000" b="-25000"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126BCBB-A77E-45E0-BC94-A6262FF609BC}">
      <dsp:nvSpPr>
        <dsp:cNvPr id="0" name=""/>
        <dsp:cNvSpPr/>
      </dsp:nvSpPr>
      <dsp:spPr>
        <a:xfrm rot="10800000">
          <a:off x="1270878" y="3928156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300" kern="1200"/>
            <a:t>Carioquexxx - Desenvolvedor</a:t>
          </a:r>
        </a:p>
      </dsp:txBody>
      <dsp:txXfrm rot="10800000">
        <a:off x="1422049" y="3928156"/>
        <a:ext cx="4294234" cy="604685"/>
      </dsp:txXfrm>
    </dsp:sp>
    <dsp:sp modelId="{B4C829E8-6015-48BE-BF3E-BDB05C3A9484}">
      <dsp:nvSpPr>
        <dsp:cNvPr id="0" name=""/>
        <dsp:cNvSpPr/>
      </dsp:nvSpPr>
      <dsp:spPr>
        <a:xfrm>
          <a:off x="968535" y="3928156"/>
          <a:ext cx="604685" cy="604685"/>
        </a:xfrm>
        <a:prstGeom prst="ellipse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9000" b="-39000"/>
          </a:stretch>
        </a:blip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0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9264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158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617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0764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866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10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76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249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837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1355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66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07725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89670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86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110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BCEF-5C78-4625-93B4-B153942A1CC4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254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32334-technology-transpare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rodrigovera/3794419494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9AF4D-2310-80A0-02E5-5B4D07800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69801" y="2870391"/>
            <a:ext cx="9144000" cy="993140"/>
          </a:xfrm>
        </p:spPr>
        <p:txBody>
          <a:bodyPr/>
          <a:lstStyle/>
          <a:p>
            <a:r>
              <a:rPr lang="pt-BR" spc="600" dirty="0">
                <a:solidFill>
                  <a:srgbClr val="9D23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Maratech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AAC15F-B502-6381-9D64-07E4B636D7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692071" y="2932430"/>
            <a:ext cx="1355090" cy="993140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53402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5E2BE-63C6-61F1-828B-E72062A84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0911" y="181067"/>
            <a:ext cx="10515600" cy="900256"/>
          </a:xfrm>
        </p:spPr>
        <p:txBody>
          <a:bodyPr>
            <a:normAutofit/>
          </a:bodyPr>
          <a:lstStyle/>
          <a:p>
            <a:pPr algn="ctr"/>
            <a:r>
              <a:rPr lang="pt-BR" sz="4400" spc="600" dirty="0">
                <a:solidFill>
                  <a:srgbClr val="9D23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Nossas</a:t>
            </a:r>
            <a:r>
              <a:rPr lang="pt-BR" sz="4400" b="1" dirty="0"/>
              <a:t> </a:t>
            </a:r>
            <a:r>
              <a:rPr lang="pt-BR" sz="4400" spc="600" dirty="0">
                <a:solidFill>
                  <a:srgbClr val="9D23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soluções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3AB229-8DCE-A3AC-88DC-AA402502F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0345" y="2769609"/>
            <a:ext cx="5181600" cy="3566537"/>
          </a:xfrm>
        </p:spPr>
        <p:txBody>
          <a:bodyPr>
            <a:normAutofit fontScale="92500" lnSpcReduction="20000"/>
          </a:bodyPr>
          <a:lstStyle/>
          <a:p>
            <a:r>
              <a:rPr lang="pt-B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 de IA’s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r>
              <a:rPr lang="pt-B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para impressas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r>
              <a:rPr lang="pt-B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C30458-C0DE-E9F0-FC13-13004D083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1038" y="2974973"/>
            <a:ext cx="5181600" cy="2218130"/>
          </a:xfrm>
        </p:spPr>
        <p:txBody>
          <a:bodyPr numCol="2">
            <a:no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Levantamento de requisitos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 do BackEnd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do banco de dados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do desing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 de QA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Resolução de Bugs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CEB379-04C0-0392-7FC3-BEDFB10BB402}"/>
              </a:ext>
            </a:extLst>
          </p:cNvPr>
          <p:cNvSpPr txBox="1"/>
          <p:nvPr/>
        </p:nvSpPr>
        <p:spPr>
          <a:xfrm>
            <a:off x="670986" y="949213"/>
            <a:ext cx="871180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Nossa missão é levar a tecnologia para todas as áreas que necessitam dela, desde agricultura, até a medicina. Levar para todos os lugares o ápice do desenvolvimento humano</a:t>
            </a:r>
          </a:p>
        </p:txBody>
      </p:sp>
    </p:spTree>
    <p:extLst>
      <p:ext uri="{BB962C8B-B14F-4D97-AF65-F5344CB8AC3E}">
        <p14:creationId xmlns:p14="http://schemas.microsoft.com/office/powerpoint/2010/main" val="706861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F87B0D-E000-A261-889C-A0A19A7ECC9C}"/>
              </a:ext>
            </a:extLst>
          </p:cNvPr>
          <p:cNvSpPr txBox="1"/>
          <p:nvPr/>
        </p:nvSpPr>
        <p:spPr>
          <a:xfrm>
            <a:off x="-617443" y="209440"/>
            <a:ext cx="102523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spc="600" dirty="0">
                <a:solidFill>
                  <a:srgbClr val="9D23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  <a:ea typeface="+mj-ea"/>
                <a:cs typeface="+mj-cs"/>
              </a:rPr>
              <a:t>Nossa equipe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F232A00-B60F-33DF-160F-8473B0D8EC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3624579"/>
              </p:ext>
            </p:extLst>
          </p:nvPr>
        </p:nvGraphicFramePr>
        <p:xfrm>
          <a:off x="1166328" y="1644769"/>
          <a:ext cx="6684820" cy="453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55E33A1A-C38D-2545-EED0-96FC0983A108}"/>
              </a:ext>
            </a:extLst>
          </p:cNvPr>
          <p:cNvSpPr txBox="1"/>
          <p:nvPr/>
        </p:nvSpPr>
        <p:spPr>
          <a:xfrm>
            <a:off x="1275972" y="1945474"/>
            <a:ext cx="492443" cy="3933645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oficial</a:t>
            </a:r>
          </a:p>
        </p:txBody>
      </p:sp>
    </p:spTree>
    <p:extLst>
      <p:ext uri="{BB962C8B-B14F-4D97-AF65-F5344CB8AC3E}">
        <p14:creationId xmlns:p14="http://schemas.microsoft.com/office/powerpoint/2010/main" val="358514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2B9D9-918C-E84B-17D4-CA85D5C2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7713"/>
          </a:xfrm>
        </p:spPr>
        <p:txBody>
          <a:bodyPr>
            <a:noAutofit/>
          </a:bodyPr>
          <a:lstStyle/>
          <a:p>
            <a:pPr algn="ctr"/>
            <a:r>
              <a:rPr lang="pt-BR" sz="4400" spc="600" dirty="0">
                <a:solidFill>
                  <a:srgbClr val="9D23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Fluxo de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E459F4-C392-7D9B-523F-7D8DE275EE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BR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PROJETO: APLICATIVO TUNG SAHUR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87E8A3-0EB6-EB65-B2A7-1A9E0C781F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da ideia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Requerimento de verba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 da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do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do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</a:t>
            </a: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Tung Tung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Formulação do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Sahur</a:t>
            </a: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D1E28A7-F7EE-6E0C-AC45-3DACE88A3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52729" y="3759684"/>
            <a:ext cx="3633243" cy="228167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5508632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124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Georgia</vt:lpstr>
      <vt:lpstr>Times New Roman</vt:lpstr>
      <vt:lpstr>Trebuchet MS</vt:lpstr>
      <vt:lpstr>Wingdings 3</vt:lpstr>
      <vt:lpstr>Facetado</vt:lpstr>
      <vt:lpstr>Maratech</vt:lpstr>
      <vt:lpstr>Nossas soluções</vt:lpstr>
      <vt:lpstr>Apresentação do PowerPoint</vt:lpstr>
      <vt:lpstr>Fluxo de trabalho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aluno</dc:creator>
  <cp:lastModifiedBy>aluno</cp:lastModifiedBy>
  <cp:revision>4</cp:revision>
  <dcterms:created xsi:type="dcterms:W3CDTF">2026-08-05T19:14:35Z</dcterms:created>
  <dcterms:modified xsi:type="dcterms:W3CDTF">2026-08-26T20:15:15Z</dcterms:modified>
</cp:coreProperties>
</file>